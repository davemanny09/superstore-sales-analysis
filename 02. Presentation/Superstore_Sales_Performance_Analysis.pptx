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2C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68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e Idika" userId="70ea3614d7ae23b1" providerId="LiveId" clId="{705F800E-8469-4817-B8CB-EB853183F414}"/>
    <pc:docChg chg="undo redo custSel addSld delSld modSld sldOrd modMainMaster addSection delSection">
      <pc:chgData name="Dave Idika" userId="70ea3614d7ae23b1" providerId="LiveId" clId="{705F800E-8469-4817-B8CB-EB853183F414}" dt="2026-08-04T11:10:30.882" v="2277" actId="14429"/>
      <pc:docMkLst>
        <pc:docMk/>
      </pc:docMkLst>
      <pc:sldChg chg="addSp delSp modSp mod setBg">
        <pc:chgData name="Dave Idika" userId="70ea3614d7ae23b1" providerId="LiveId" clId="{705F800E-8469-4817-B8CB-EB853183F414}" dt="2026-08-03T10:34:15.793" v="1661"/>
        <pc:sldMkLst>
          <pc:docMk/>
          <pc:sldMk cId="0" sldId="256"/>
        </pc:sldMkLst>
        <pc:spChg chg="add del mod">
          <ac:chgData name="Dave Idika" userId="70ea3614d7ae23b1" providerId="LiveId" clId="{705F800E-8469-4817-B8CB-EB853183F414}" dt="2026-08-03T10:33:31.678" v="1649"/>
          <ac:spMkLst>
            <pc:docMk/>
            <pc:sldMk cId="0" sldId="256"/>
            <ac:spMk id="2" creationId="{00000000-0000-0000-0000-000000000000}"/>
          </ac:spMkLst>
        </pc:spChg>
        <pc:spChg chg="add del mod">
          <ac:chgData name="Dave Idika" userId="70ea3614d7ae23b1" providerId="LiveId" clId="{705F800E-8469-4817-B8CB-EB853183F414}" dt="2026-08-03T10:33:31.678" v="1649"/>
          <ac:spMkLst>
            <pc:docMk/>
            <pc:sldMk cId="0" sldId="256"/>
            <ac:spMk id="3" creationId="{00000000-0000-0000-0000-000000000000}"/>
          </ac:spMkLst>
        </pc:spChg>
        <pc:spChg chg="del mod">
          <ac:chgData name="Dave Idika" userId="70ea3614d7ae23b1" providerId="LiveId" clId="{705F800E-8469-4817-B8CB-EB853183F414}" dt="2026-08-03T10:34:15.793" v="1661"/>
          <ac:spMkLst>
            <pc:docMk/>
            <pc:sldMk cId="0" sldId="256"/>
            <ac:spMk id="4" creationId="{00000000-0000-0000-0000-000000000000}"/>
          </ac:spMkLst>
        </pc:spChg>
        <pc:spChg chg="mod">
          <ac:chgData name="Dave Idika" userId="70ea3614d7ae23b1" providerId="LiveId" clId="{705F800E-8469-4817-B8CB-EB853183F414}" dt="2026-08-03T09:17:38.247" v="1323" actId="164"/>
          <ac:spMkLst>
            <pc:docMk/>
            <pc:sldMk cId="0" sldId="256"/>
            <ac:spMk id="5" creationId="{00000000-0000-0000-0000-000000000000}"/>
          </ac:spMkLst>
        </pc:spChg>
        <pc:spChg chg="mod">
          <ac:chgData name="Dave Idika" userId="70ea3614d7ae23b1" providerId="LiveId" clId="{705F800E-8469-4817-B8CB-EB853183F414}" dt="2026-08-03T09:17:38.247" v="1323" actId="164"/>
          <ac:spMkLst>
            <pc:docMk/>
            <pc:sldMk cId="0" sldId="256"/>
            <ac:spMk id="6" creationId="{00000000-0000-0000-0000-000000000000}"/>
          </ac:spMkLst>
        </pc:spChg>
        <pc:spChg chg="mod">
          <ac:chgData name="Dave Idika" userId="70ea3614d7ae23b1" providerId="LiveId" clId="{705F800E-8469-4817-B8CB-EB853183F414}" dt="2026-08-03T09:17:38.247" v="1323" actId="164"/>
          <ac:spMkLst>
            <pc:docMk/>
            <pc:sldMk cId="0" sldId="256"/>
            <ac:spMk id="7" creationId="{00000000-0000-0000-0000-000000000000}"/>
          </ac:spMkLst>
        </pc:spChg>
        <pc:spChg chg="mod">
          <ac:chgData name="Dave Idika" userId="70ea3614d7ae23b1" providerId="LiveId" clId="{705F800E-8469-4817-B8CB-EB853183F414}" dt="2026-08-03T09:17:38.247" v="1323" actId="164"/>
          <ac:spMkLst>
            <pc:docMk/>
            <pc:sldMk cId="0" sldId="256"/>
            <ac:spMk id="8" creationId="{00000000-0000-0000-0000-000000000000}"/>
          </ac:spMkLst>
        </pc:spChg>
        <pc:spChg chg="mod">
          <ac:chgData name="Dave Idika" userId="70ea3614d7ae23b1" providerId="LiveId" clId="{705F800E-8469-4817-B8CB-EB853183F414}" dt="2026-08-03T09:17:38.247" v="1323" actId="164"/>
          <ac:spMkLst>
            <pc:docMk/>
            <pc:sldMk cId="0" sldId="256"/>
            <ac:spMk id="9" creationId="{00000000-0000-0000-0000-000000000000}"/>
          </ac:spMkLst>
        </pc:spChg>
        <pc:spChg chg="mod">
          <ac:chgData name="Dave Idika" userId="70ea3614d7ae23b1" providerId="LiveId" clId="{705F800E-8469-4817-B8CB-EB853183F414}" dt="2026-08-03T10:33:22.681" v="1648"/>
          <ac:spMkLst>
            <pc:docMk/>
            <pc:sldMk cId="0" sldId="256"/>
            <ac:spMk id="11" creationId="{7E49CC61-DFAD-7719-E2BE-B65FB12C4AC9}"/>
          </ac:spMkLst>
        </pc:spChg>
        <pc:spChg chg="mod">
          <ac:chgData name="Dave Idika" userId="70ea3614d7ae23b1" providerId="LiveId" clId="{705F800E-8469-4817-B8CB-EB853183F414}" dt="2026-08-03T10:33:34.589" v="1650" actId="1076"/>
          <ac:spMkLst>
            <pc:docMk/>
            <pc:sldMk cId="0" sldId="256"/>
            <ac:spMk id="12" creationId="{D3C07DE3-CD80-5B8C-A175-E76BA2816CCC}"/>
          </ac:spMkLst>
        </pc:spChg>
        <pc:spChg chg="add del mod">
          <ac:chgData name="Dave Idika" userId="70ea3614d7ae23b1" providerId="LiveId" clId="{705F800E-8469-4817-B8CB-EB853183F414}" dt="2026-08-03T10:34:03.973" v="1658" actId="22"/>
          <ac:spMkLst>
            <pc:docMk/>
            <pc:sldMk cId="0" sldId="256"/>
            <ac:spMk id="14" creationId="{EA58FF89-60D7-6CA9-E748-406A21CA289A}"/>
          </ac:spMkLst>
        </pc:spChg>
        <pc:spChg chg="add del mod">
          <ac:chgData name="Dave Idika" userId="70ea3614d7ae23b1" providerId="LiveId" clId="{705F800E-8469-4817-B8CB-EB853183F414}" dt="2026-08-03T10:34:15.793" v="1661"/>
          <ac:spMkLst>
            <pc:docMk/>
            <pc:sldMk cId="0" sldId="256"/>
            <ac:spMk id="16" creationId="{CF6C6F8D-FE3D-8CEE-D42E-9A8092A03A24}"/>
          </ac:spMkLst>
        </pc:spChg>
        <pc:spChg chg="mod">
          <ac:chgData name="Dave Idika" userId="70ea3614d7ae23b1" providerId="LiveId" clId="{705F800E-8469-4817-B8CB-EB853183F414}" dt="2026-08-03T10:34:15.793" v="1661"/>
          <ac:spMkLst>
            <pc:docMk/>
            <pc:sldMk cId="0" sldId="256"/>
            <ac:spMk id="17" creationId="{5C52287C-ACD5-BF85-5BB3-CD78A71541D1}"/>
          </ac:spMkLst>
        </pc:spChg>
        <pc:grpChg chg="add mod">
          <ac:chgData name="Dave Idika" userId="70ea3614d7ae23b1" providerId="LiveId" clId="{705F800E-8469-4817-B8CB-EB853183F414}" dt="2026-08-03T10:33:48.630" v="1651" actId="1076"/>
          <ac:grpSpMkLst>
            <pc:docMk/>
            <pc:sldMk cId="0" sldId="256"/>
            <ac:grpSpMk id="10" creationId="{8E3FA9E3-4C91-E74A-65BA-D9FE8A383C7C}"/>
          </ac:grpSpMkLst>
        </pc:grpChg>
      </pc:sldChg>
      <pc:sldChg chg="addSp delSp modSp mod ord">
        <pc:chgData name="Dave Idika" userId="70ea3614d7ae23b1" providerId="LiveId" clId="{705F800E-8469-4817-B8CB-EB853183F414}" dt="2026-08-03T09:43:00.734" v="1467" actId="22"/>
        <pc:sldMkLst>
          <pc:docMk/>
          <pc:sldMk cId="0" sldId="257"/>
        </pc:sldMkLst>
        <pc:spChg chg="mod">
          <ac:chgData name="Dave Idika" userId="70ea3614d7ae23b1" providerId="LiveId" clId="{705F800E-8469-4817-B8CB-EB853183F414}" dt="2026-08-03T09:28:30.966" v="1335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Dave Idika" userId="70ea3614d7ae23b1" providerId="LiveId" clId="{705F800E-8469-4817-B8CB-EB853183F414}" dt="2026-07-22T10:01:55.806" v="874" actId="164"/>
          <ac:spMkLst>
            <pc:docMk/>
            <pc:sldMk cId="0" sldId="257"/>
            <ac:spMk id="3" creationId="{00000000-0000-0000-0000-000000000000}"/>
          </ac:spMkLst>
        </pc:spChg>
        <pc:spChg chg="mod">
          <ac:chgData name="Dave Idika" userId="70ea3614d7ae23b1" providerId="LiveId" clId="{705F800E-8469-4817-B8CB-EB853183F414}" dt="2026-07-22T10:01:55.806" v="874" actId="164"/>
          <ac:spMkLst>
            <pc:docMk/>
            <pc:sldMk cId="0" sldId="257"/>
            <ac:spMk id="4" creationId="{00000000-0000-0000-0000-000000000000}"/>
          </ac:spMkLst>
        </pc:spChg>
        <pc:spChg chg="mod topLvl">
          <ac:chgData name="Dave Idika" userId="70ea3614d7ae23b1" providerId="LiveId" clId="{705F800E-8469-4817-B8CB-EB853183F414}" dt="2026-08-03T09:36:24.804" v="1419" actId="1076"/>
          <ac:spMkLst>
            <pc:docMk/>
            <pc:sldMk cId="0" sldId="257"/>
            <ac:spMk id="5" creationId="{00000000-0000-0000-0000-000000000000}"/>
          </ac:spMkLst>
        </pc:spChg>
        <pc:spChg chg="mod topLvl">
          <ac:chgData name="Dave Idika" userId="70ea3614d7ae23b1" providerId="LiveId" clId="{705F800E-8469-4817-B8CB-EB853183F414}" dt="2026-08-03T09:31:29.518" v="1366" actId="164"/>
          <ac:spMkLst>
            <pc:docMk/>
            <pc:sldMk cId="0" sldId="257"/>
            <ac:spMk id="6" creationId="{00000000-0000-0000-0000-000000000000}"/>
          </ac:spMkLst>
        </pc:spChg>
        <pc:spChg chg="mod topLvl">
          <ac:chgData name="Dave Idika" userId="70ea3614d7ae23b1" providerId="LiveId" clId="{705F800E-8469-4817-B8CB-EB853183F414}" dt="2026-08-03T09:31:29.518" v="1366" actId="164"/>
          <ac:spMkLst>
            <pc:docMk/>
            <pc:sldMk cId="0" sldId="257"/>
            <ac:spMk id="7" creationId="{00000000-0000-0000-0000-000000000000}"/>
          </ac:spMkLst>
        </pc:spChg>
        <pc:spChg chg="mod topLvl">
          <ac:chgData name="Dave Idika" userId="70ea3614d7ae23b1" providerId="LiveId" clId="{705F800E-8469-4817-B8CB-EB853183F414}" dt="2026-08-03T09:33:04.953" v="1379" actId="164"/>
          <ac:spMkLst>
            <pc:docMk/>
            <pc:sldMk cId="0" sldId="257"/>
            <ac:spMk id="8" creationId="{00000000-0000-0000-0000-000000000000}"/>
          </ac:spMkLst>
        </pc:spChg>
        <pc:spChg chg="mod topLvl">
          <ac:chgData name="Dave Idika" userId="70ea3614d7ae23b1" providerId="LiveId" clId="{705F800E-8469-4817-B8CB-EB853183F414}" dt="2026-08-03T09:36:25.024" v="1420" actId="14100"/>
          <ac:spMkLst>
            <pc:docMk/>
            <pc:sldMk cId="0" sldId="257"/>
            <ac:spMk id="9" creationId="{00000000-0000-0000-0000-000000000000}"/>
          </ac:spMkLst>
        </pc:spChg>
        <pc:spChg chg="mod">
          <ac:chgData name="Dave Idika" userId="70ea3614d7ae23b1" providerId="LiveId" clId="{705F800E-8469-4817-B8CB-EB853183F414}" dt="2026-08-03T09:32:38.060" v="1372" actId="108"/>
          <ac:spMkLst>
            <pc:docMk/>
            <pc:sldMk cId="0" sldId="257"/>
            <ac:spMk id="10" creationId="{00000000-0000-0000-0000-000000000000}"/>
          </ac:spMkLst>
        </pc:spChg>
        <pc:spChg chg="mod">
          <ac:chgData name="Dave Idika" userId="70ea3614d7ae23b1" providerId="LiveId" clId="{705F800E-8469-4817-B8CB-EB853183F414}" dt="2026-08-03T09:32:38.060" v="1372" actId="108"/>
          <ac:spMkLst>
            <pc:docMk/>
            <pc:sldMk cId="0" sldId="257"/>
            <ac:spMk id="11" creationId="{00000000-0000-0000-0000-000000000000}"/>
          </ac:spMkLst>
        </pc:spChg>
        <pc:spChg chg="mod">
          <ac:chgData name="Dave Idika" userId="70ea3614d7ae23b1" providerId="LiveId" clId="{705F800E-8469-4817-B8CB-EB853183F414}" dt="2026-08-03T09:34:47.038" v="1399" actId="21"/>
          <ac:spMkLst>
            <pc:docMk/>
            <pc:sldMk cId="0" sldId="257"/>
            <ac:spMk id="12" creationId="{00000000-0000-0000-0000-000000000000}"/>
          </ac:spMkLst>
        </pc:spChg>
        <pc:spChg chg="mod">
          <ac:chgData name="Dave Idika" userId="70ea3614d7ae23b1" providerId="LiveId" clId="{705F800E-8469-4817-B8CB-EB853183F414}" dt="2026-08-03T09:34:39.854" v="1397" actId="21"/>
          <ac:spMkLst>
            <pc:docMk/>
            <pc:sldMk cId="0" sldId="257"/>
            <ac:spMk id="13" creationId="{00000000-0000-0000-0000-000000000000}"/>
          </ac:spMkLst>
        </pc:spChg>
        <pc:spChg chg="mod">
          <ac:chgData name="Dave Idika" userId="70ea3614d7ae23b1" providerId="LiveId" clId="{705F800E-8469-4817-B8CB-EB853183F414}" dt="2026-08-03T09:34:34.058" v="1395" actId="21"/>
          <ac:spMkLst>
            <pc:docMk/>
            <pc:sldMk cId="0" sldId="257"/>
            <ac:spMk id="14" creationId="{00000000-0000-0000-0000-000000000000}"/>
          </ac:spMkLst>
        </pc:spChg>
        <pc:spChg chg="mod">
          <ac:chgData name="Dave Idika" userId="70ea3614d7ae23b1" providerId="LiveId" clId="{705F800E-8469-4817-B8CB-EB853183F414}" dt="2026-08-03T09:18:49.525" v="1330" actId="164"/>
          <ac:spMkLst>
            <pc:docMk/>
            <pc:sldMk cId="0" sldId="257"/>
            <ac:spMk id="15" creationId="{00000000-0000-0000-0000-000000000000}"/>
          </ac:spMkLst>
        </pc:spChg>
        <pc:spChg chg="mod">
          <ac:chgData name="Dave Idika" userId="70ea3614d7ae23b1" providerId="LiveId" clId="{705F800E-8469-4817-B8CB-EB853183F414}" dt="2026-08-03T09:18:49.525" v="1330" actId="164"/>
          <ac:spMkLst>
            <pc:docMk/>
            <pc:sldMk cId="0" sldId="257"/>
            <ac:spMk id="16" creationId="{00000000-0000-0000-0000-000000000000}"/>
          </ac:spMkLst>
        </pc:spChg>
        <pc:spChg chg="mod">
          <ac:chgData name="Dave Idika" userId="70ea3614d7ae23b1" providerId="LiveId" clId="{705F800E-8469-4817-B8CB-EB853183F414}" dt="2026-08-03T09:35:11.461" v="1406" actId="21"/>
          <ac:spMkLst>
            <pc:docMk/>
            <pc:sldMk cId="0" sldId="257"/>
            <ac:spMk id="17" creationId="{00000000-0000-0000-0000-000000000000}"/>
          </ac:spMkLst>
        </pc:spChg>
        <pc:spChg chg="mod">
          <ac:chgData name="Dave Idika" userId="70ea3614d7ae23b1" providerId="LiveId" clId="{705F800E-8469-4817-B8CB-EB853183F414}" dt="2026-08-03T09:35:02.054" v="1404" actId="21"/>
          <ac:spMkLst>
            <pc:docMk/>
            <pc:sldMk cId="0" sldId="257"/>
            <ac:spMk id="18" creationId="{00000000-0000-0000-0000-000000000000}"/>
          </ac:spMkLst>
        </pc:spChg>
        <pc:spChg chg="mod">
          <ac:chgData name="Dave Idika" userId="70ea3614d7ae23b1" providerId="LiveId" clId="{705F800E-8469-4817-B8CB-EB853183F414}" dt="2026-08-03T09:34:56.485" v="1402" actId="21"/>
          <ac:spMkLst>
            <pc:docMk/>
            <pc:sldMk cId="0" sldId="257"/>
            <ac:spMk id="19" creationId="{00000000-0000-0000-0000-000000000000}"/>
          </ac:spMkLst>
        </pc:spChg>
        <pc:spChg chg="mod">
          <ac:chgData name="Dave Idika" userId="70ea3614d7ae23b1" providerId="LiveId" clId="{705F800E-8469-4817-B8CB-EB853183F414}" dt="2026-08-03T09:19:00.075" v="1331" actId="164"/>
          <ac:spMkLst>
            <pc:docMk/>
            <pc:sldMk cId="0" sldId="257"/>
            <ac:spMk id="20" creationId="{00000000-0000-0000-0000-000000000000}"/>
          </ac:spMkLst>
        </pc:spChg>
        <pc:spChg chg="mod">
          <ac:chgData name="Dave Idika" userId="70ea3614d7ae23b1" providerId="LiveId" clId="{705F800E-8469-4817-B8CB-EB853183F414}" dt="2026-08-03T09:19:00.075" v="1331" actId="164"/>
          <ac:spMkLst>
            <pc:docMk/>
            <pc:sldMk cId="0" sldId="257"/>
            <ac:spMk id="21" creationId="{00000000-0000-0000-0000-000000000000}"/>
          </ac:spMkLst>
        </pc:spChg>
        <pc:spChg chg="mod">
          <ac:chgData name="Dave Idika" userId="70ea3614d7ae23b1" providerId="LiveId" clId="{705F800E-8469-4817-B8CB-EB853183F414}" dt="2026-08-03T09:33:52.591" v="1386" actId="21"/>
          <ac:spMkLst>
            <pc:docMk/>
            <pc:sldMk cId="0" sldId="257"/>
            <ac:spMk id="22" creationId="{00000000-0000-0000-0000-000000000000}"/>
          </ac:spMkLst>
        </pc:spChg>
        <pc:spChg chg="mod">
          <ac:chgData name="Dave Idika" userId="70ea3614d7ae23b1" providerId="LiveId" clId="{705F800E-8469-4817-B8CB-EB853183F414}" dt="2026-08-03T09:33:42.143" v="1384" actId="21"/>
          <ac:spMkLst>
            <pc:docMk/>
            <pc:sldMk cId="0" sldId="257"/>
            <ac:spMk id="23" creationId="{00000000-0000-0000-0000-000000000000}"/>
          </ac:spMkLst>
        </pc:spChg>
        <pc:spChg chg="mod">
          <ac:chgData name="Dave Idika" userId="70ea3614d7ae23b1" providerId="LiveId" clId="{705F800E-8469-4817-B8CB-EB853183F414}" dt="2026-08-03T09:33:34.157" v="1382" actId="21"/>
          <ac:spMkLst>
            <pc:docMk/>
            <pc:sldMk cId="0" sldId="257"/>
            <ac:spMk id="24" creationId="{00000000-0000-0000-0000-000000000000}"/>
          </ac:spMkLst>
        </pc:spChg>
        <pc:spChg chg="mod">
          <ac:chgData name="Dave Idika" userId="70ea3614d7ae23b1" providerId="LiveId" clId="{705F800E-8469-4817-B8CB-EB853183F414}" dt="2026-08-03T09:42:40.656" v="1465" actId="403"/>
          <ac:spMkLst>
            <pc:docMk/>
            <pc:sldMk cId="0" sldId="257"/>
            <ac:spMk id="25" creationId="{00000000-0000-0000-0000-000000000000}"/>
          </ac:spMkLst>
        </pc:spChg>
        <pc:spChg chg="add del">
          <ac:chgData name="Dave Idika" userId="70ea3614d7ae23b1" providerId="LiveId" clId="{705F800E-8469-4817-B8CB-EB853183F414}" dt="2026-08-03T09:32:54.973" v="1378" actId="478"/>
          <ac:spMkLst>
            <pc:docMk/>
            <pc:sldMk cId="0" sldId="257"/>
            <ac:spMk id="35" creationId="{7DFC8429-2284-3528-852C-C09B8240743E}"/>
          </ac:spMkLst>
        </pc:spChg>
        <pc:spChg chg="mod">
          <ac:chgData name="Dave Idika" userId="70ea3614d7ae23b1" providerId="LiveId" clId="{705F800E-8469-4817-B8CB-EB853183F414}" dt="2026-08-03T09:33:18.055" v="1380"/>
          <ac:spMkLst>
            <pc:docMk/>
            <pc:sldMk cId="0" sldId="257"/>
            <ac:spMk id="38" creationId="{5FB485E9-A9B7-9FC7-F767-59CE6743B23F}"/>
          </ac:spMkLst>
        </pc:spChg>
        <pc:spChg chg="mod">
          <ac:chgData name="Dave Idika" userId="70ea3614d7ae23b1" providerId="LiveId" clId="{705F800E-8469-4817-B8CB-EB853183F414}" dt="2026-08-03T09:33:44.986" v="1385"/>
          <ac:spMkLst>
            <pc:docMk/>
            <pc:sldMk cId="0" sldId="257"/>
            <ac:spMk id="40" creationId="{7520489E-4BD0-8046-9161-761880AAC5BA}"/>
          </ac:spMkLst>
        </pc:spChg>
        <pc:spChg chg="mod">
          <ac:chgData name="Dave Idika" userId="70ea3614d7ae23b1" providerId="LiveId" clId="{705F800E-8469-4817-B8CB-EB853183F414}" dt="2026-08-03T09:33:37.761" v="1383"/>
          <ac:spMkLst>
            <pc:docMk/>
            <pc:sldMk cId="0" sldId="257"/>
            <ac:spMk id="41" creationId="{394AEA76-72C2-CECA-78E2-B1B206732B0A}"/>
          </ac:spMkLst>
        </pc:spChg>
        <pc:spChg chg="mod">
          <ac:chgData name="Dave Idika" userId="70ea3614d7ae23b1" providerId="LiveId" clId="{705F800E-8469-4817-B8CB-EB853183F414}" dt="2026-08-03T09:33:18.055" v="1380"/>
          <ac:spMkLst>
            <pc:docMk/>
            <pc:sldMk cId="0" sldId="257"/>
            <ac:spMk id="42" creationId="{38280E65-27E6-8B34-D93D-FACDBEA76D07}"/>
          </ac:spMkLst>
        </pc:spChg>
        <pc:spChg chg="mod">
          <ac:chgData name="Dave Idika" userId="70ea3614d7ae23b1" providerId="LiveId" clId="{705F800E-8469-4817-B8CB-EB853183F414}" dt="2026-08-03T09:33:57.321" v="1387"/>
          <ac:spMkLst>
            <pc:docMk/>
            <pc:sldMk cId="0" sldId="257"/>
            <ac:spMk id="43" creationId="{5EF917C5-1541-C92F-AB5C-2E870546474F}"/>
          </ac:spMkLst>
        </pc:spChg>
        <pc:spChg chg="mod">
          <ac:chgData name="Dave Idika" userId="70ea3614d7ae23b1" providerId="LiveId" clId="{705F800E-8469-4817-B8CB-EB853183F414}" dt="2026-08-03T09:34:06.468" v="1390"/>
          <ac:spMkLst>
            <pc:docMk/>
            <pc:sldMk cId="0" sldId="257"/>
            <ac:spMk id="45" creationId="{DAD843D5-8960-0F96-ACD1-2B3F649A9FA3}"/>
          </ac:spMkLst>
        </pc:spChg>
        <pc:spChg chg="mod">
          <ac:chgData name="Dave Idika" userId="70ea3614d7ae23b1" providerId="LiveId" clId="{705F800E-8469-4817-B8CB-EB853183F414}" dt="2026-08-03T09:34:43.033" v="1398"/>
          <ac:spMkLst>
            <pc:docMk/>
            <pc:sldMk cId="0" sldId="257"/>
            <ac:spMk id="47" creationId="{DC7A9261-9561-EB10-CBD2-A9695F2B74FE}"/>
          </ac:spMkLst>
        </pc:spChg>
        <pc:spChg chg="mod">
          <ac:chgData name="Dave Idika" userId="70ea3614d7ae23b1" providerId="LiveId" clId="{705F800E-8469-4817-B8CB-EB853183F414}" dt="2026-08-03T09:34:36.866" v="1396"/>
          <ac:spMkLst>
            <pc:docMk/>
            <pc:sldMk cId="0" sldId="257"/>
            <ac:spMk id="48" creationId="{00C611AC-0A76-52BE-868C-7B76D75CBC01}"/>
          </ac:spMkLst>
        </pc:spChg>
        <pc:spChg chg="mod">
          <ac:chgData name="Dave Idika" userId="70ea3614d7ae23b1" providerId="LiveId" clId="{705F800E-8469-4817-B8CB-EB853183F414}" dt="2026-08-03T09:34:06.468" v="1390"/>
          <ac:spMkLst>
            <pc:docMk/>
            <pc:sldMk cId="0" sldId="257"/>
            <ac:spMk id="49" creationId="{5B981FD2-6D6B-C547-90B7-3C8F40CAC4DF}"/>
          </ac:spMkLst>
        </pc:spChg>
        <pc:spChg chg="mod">
          <ac:chgData name="Dave Idika" userId="70ea3614d7ae23b1" providerId="LiveId" clId="{705F800E-8469-4817-B8CB-EB853183F414}" dt="2026-08-03T09:34:50.796" v="1400"/>
          <ac:spMkLst>
            <pc:docMk/>
            <pc:sldMk cId="0" sldId="257"/>
            <ac:spMk id="50" creationId="{68A4B75C-B469-824F-693D-F1E14FFDECF2}"/>
          </ac:spMkLst>
        </pc:spChg>
        <pc:spChg chg="mod">
          <ac:chgData name="Dave Idika" userId="70ea3614d7ae23b1" providerId="LiveId" clId="{705F800E-8469-4817-B8CB-EB853183F414}" dt="2026-08-03T09:34:23.674" v="1392"/>
          <ac:spMkLst>
            <pc:docMk/>
            <pc:sldMk cId="0" sldId="257"/>
            <ac:spMk id="52" creationId="{7A8AC22B-9048-9C31-A31C-8B08EACFB73B}"/>
          </ac:spMkLst>
        </pc:spChg>
        <pc:spChg chg="mod">
          <ac:chgData name="Dave Idika" userId="70ea3614d7ae23b1" providerId="LiveId" clId="{705F800E-8469-4817-B8CB-EB853183F414}" dt="2026-08-03T09:38:56.851" v="1451" actId="14100"/>
          <ac:spMkLst>
            <pc:docMk/>
            <pc:sldMk cId="0" sldId="257"/>
            <ac:spMk id="54" creationId="{F334F585-1EBD-1612-005C-2583207335DE}"/>
          </ac:spMkLst>
        </pc:spChg>
        <pc:spChg chg="mod">
          <ac:chgData name="Dave Idika" userId="70ea3614d7ae23b1" providerId="LiveId" clId="{705F800E-8469-4817-B8CB-EB853183F414}" dt="2026-08-03T09:34:59.089" v="1403"/>
          <ac:spMkLst>
            <pc:docMk/>
            <pc:sldMk cId="0" sldId="257"/>
            <ac:spMk id="55" creationId="{9F70E4ED-03E6-6F32-301D-ED0B534B7B7D}"/>
          </ac:spMkLst>
        </pc:spChg>
        <pc:spChg chg="mod">
          <ac:chgData name="Dave Idika" userId="70ea3614d7ae23b1" providerId="LiveId" clId="{705F800E-8469-4817-B8CB-EB853183F414}" dt="2026-08-03T09:34:23.674" v="1392"/>
          <ac:spMkLst>
            <pc:docMk/>
            <pc:sldMk cId="0" sldId="257"/>
            <ac:spMk id="56" creationId="{518C9B45-AACC-8E67-ADF0-71DB0609E9AC}"/>
          </ac:spMkLst>
        </pc:spChg>
        <pc:spChg chg="mod">
          <ac:chgData name="Dave Idika" userId="70ea3614d7ae23b1" providerId="LiveId" clId="{705F800E-8469-4817-B8CB-EB853183F414}" dt="2026-08-03T09:35:15.886" v="1407"/>
          <ac:spMkLst>
            <pc:docMk/>
            <pc:sldMk cId="0" sldId="257"/>
            <ac:spMk id="57" creationId="{CC74ADE8-C3DD-393B-A937-640C7B810EF9}"/>
          </ac:spMkLst>
        </pc:spChg>
        <pc:spChg chg="add del">
          <ac:chgData name="Dave Idika" userId="70ea3614d7ae23b1" providerId="LiveId" clId="{705F800E-8469-4817-B8CB-EB853183F414}" dt="2026-08-03T09:43:00.734" v="1467" actId="22"/>
          <ac:spMkLst>
            <pc:docMk/>
            <pc:sldMk cId="0" sldId="257"/>
            <ac:spMk id="59" creationId="{E84ACD1B-5DB4-F177-4798-DF6B50E4AE0C}"/>
          </ac:spMkLst>
        </pc:spChg>
        <pc:grpChg chg="add mod">
          <ac:chgData name="Dave Idika" userId="70ea3614d7ae23b1" providerId="LiveId" clId="{705F800E-8469-4817-B8CB-EB853183F414}" dt="2026-08-03T09:36:47.515" v="1427" actId="14100"/>
          <ac:grpSpMkLst>
            <pc:docMk/>
            <pc:sldMk cId="0" sldId="257"/>
            <ac:grpSpMk id="27" creationId="{24EAF7A1-A590-BD31-9299-E3A22A1E6C4B}"/>
          </ac:grpSpMkLst>
        </pc:grpChg>
        <pc:grpChg chg="add del mod">
          <ac:chgData name="Dave Idika" userId="70ea3614d7ae23b1" providerId="LiveId" clId="{705F800E-8469-4817-B8CB-EB853183F414}" dt="2026-08-03T09:30:00.442" v="1356" actId="165"/>
          <ac:grpSpMkLst>
            <pc:docMk/>
            <pc:sldMk cId="0" sldId="257"/>
            <ac:grpSpMk id="28" creationId="{3171ACC0-2774-EAED-86FE-F25DEB15D660}"/>
          </ac:grpSpMkLst>
        </pc:grpChg>
        <pc:grpChg chg="add del mod">
          <ac:chgData name="Dave Idika" userId="70ea3614d7ae23b1" providerId="LiveId" clId="{705F800E-8469-4817-B8CB-EB853183F414}" dt="2026-08-03T09:34:53.374" v="1401" actId="478"/>
          <ac:grpSpMkLst>
            <pc:docMk/>
            <pc:sldMk cId="0" sldId="257"/>
            <ac:grpSpMk id="29" creationId="{5F8E6F5A-9C3D-96FF-7A1A-7EC50BD43B65}"/>
          </ac:grpSpMkLst>
        </pc:grpChg>
        <pc:grpChg chg="add del mod">
          <ac:chgData name="Dave Idika" userId="70ea3614d7ae23b1" providerId="LiveId" clId="{705F800E-8469-4817-B8CB-EB853183F414}" dt="2026-08-03T09:35:18.322" v="1408" actId="478"/>
          <ac:grpSpMkLst>
            <pc:docMk/>
            <pc:sldMk cId="0" sldId="257"/>
            <ac:grpSpMk id="30" creationId="{F8D62527-5F02-A804-5C8A-63D605C870AC}"/>
          </ac:grpSpMkLst>
        </pc:grpChg>
        <pc:grpChg chg="add del mod">
          <ac:chgData name="Dave Idika" userId="70ea3614d7ae23b1" providerId="LiveId" clId="{705F800E-8469-4817-B8CB-EB853183F414}" dt="2026-08-03T09:34:29.498" v="1394" actId="478"/>
          <ac:grpSpMkLst>
            <pc:docMk/>
            <pc:sldMk cId="0" sldId="257"/>
            <ac:grpSpMk id="31" creationId="{9BFE618B-C72A-6BA6-938A-B4B0D3167929}"/>
          </ac:grpSpMkLst>
        </pc:grpChg>
        <pc:grpChg chg="add mod">
          <ac:chgData name="Dave Idika" userId="70ea3614d7ae23b1" providerId="LiveId" clId="{705F800E-8469-4817-B8CB-EB853183F414}" dt="2026-08-03T09:31:00.238" v="1364" actId="164"/>
          <ac:grpSpMkLst>
            <pc:docMk/>
            <pc:sldMk cId="0" sldId="257"/>
            <ac:grpSpMk id="32" creationId="{EB4105F5-682B-79AA-4103-F50E047B64CE}"/>
          </ac:grpSpMkLst>
        </pc:grpChg>
        <pc:grpChg chg="add mod">
          <ac:chgData name="Dave Idika" userId="70ea3614d7ae23b1" providerId="LiveId" clId="{705F800E-8469-4817-B8CB-EB853183F414}" dt="2026-08-03T09:33:04.953" v="1379" actId="164"/>
          <ac:grpSpMkLst>
            <pc:docMk/>
            <pc:sldMk cId="0" sldId="257"/>
            <ac:grpSpMk id="33" creationId="{BCC2B529-C6CB-DF4C-F746-F22D04E2180B}"/>
          </ac:grpSpMkLst>
        </pc:grpChg>
        <pc:grpChg chg="add mod">
          <ac:chgData name="Dave Idika" userId="70ea3614d7ae23b1" providerId="LiveId" clId="{705F800E-8469-4817-B8CB-EB853183F414}" dt="2026-08-03T09:38:42.935" v="1449" actId="14100"/>
          <ac:grpSpMkLst>
            <pc:docMk/>
            <pc:sldMk cId="0" sldId="257"/>
            <ac:grpSpMk id="36" creationId="{A9494B60-10E0-FAA1-05C0-9187C602D504}"/>
          </ac:grpSpMkLst>
        </pc:grpChg>
        <pc:grpChg chg="add mod">
          <ac:chgData name="Dave Idika" userId="70ea3614d7ae23b1" providerId="LiveId" clId="{705F800E-8469-4817-B8CB-EB853183F414}" dt="2026-08-03T09:37:50.099" v="1439" actId="14100"/>
          <ac:grpSpMkLst>
            <pc:docMk/>
            <pc:sldMk cId="0" sldId="257"/>
            <ac:grpSpMk id="37" creationId="{F600C48A-2366-A1ED-C271-01FD5220EFED}"/>
          </ac:grpSpMkLst>
        </pc:grpChg>
        <pc:grpChg chg="mod">
          <ac:chgData name="Dave Idika" userId="70ea3614d7ae23b1" providerId="LiveId" clId="{705F800E-8469-4817-B8CB-EB853183F414}" dt="2026-08-03T09:33:18.055" v="1380"/>
          <ac:grpSpMkLst>
            <pc:docMk/>
            <pc:sldMk cId="0" sldId="257"/>
            <ac:grpSpMk id="39" creationId="{6AD0D051-3EF0-6268-7577-C5FD7527E633}"/>
          </ac:grpSpMkLst>
        </pc:grpChg>
        <pc:grpChg chg="add mod">
          <ac:chgData name="Dave Idika" userId="70ea3614d7ae23b1" providerId="LiveId" clId="{705F800E-8469-4817-B8CB-EB853183F414}" dt="2026-08-03T09:38:50.856" v="1450" actId="408"/>
          <ac:grpSpMkLst>
            <pc:docMk/>
            <pc:sldMk cId="0" sldId="257"/>
            <ac:grpSpMk id="44" creationId="{7ACFEEEB-1781-5343-2AD5-66660BC2C2E0}"/>
          </ac:grpSpMkLst>
        </pc:grpChg>
        <pc:grpChg chg="mod">
          <ac:chgData name="Dave Idika" userId="70ea3614d7ae23b1" providerId="LiveId" clId="{705F800E-8469-4817-B8CB-EB853183F414}" dt="2026-08-03T09:34:06.468" v="1390"/>
          <ac:grpSpMkLst>
            <pc:docMk/>
            <pc:sldMk cId="0" sldId="257"/>
            <ac:grpSpMk id="46" creationId="{9928C729-5EEA-80DB-1A47-73E525D1488E}"/>
          </ac:grpSpMkLst>
        </pc:grpChg>
        <pc:grpChg chg="add mod">
          <ac:chgData name="Dave Idika" userId="70ea3614d7ae23b1" providerId="LiveId" clId="{705F800E-8469-4817-B8CB-EB853183F414}" dt="2026-08-03T09:38:50.856" v="1450" actId="408"/>
          <ac:grpSpMkLst>
            <pc:docMk/>
            <pc:sldMk cId="0" sldId="257"/>
            <ac:grpSpMk id="51" creationId="{7F9A8E4F-DBAD-4585-C471-7E1CB4995258}"/>
          </ac:grpSpMkLst>
        </pc:grpChg>
        <pc:grpChg chg="mod">
          <ac:chgData name="Dave Idika" userId="70ea3614d7ae23b1" providerId="LiveId" clId="{705F800E-8469-4817-B8CB-EB853183F414}" dt="2026-08-03T09:34:23.674" v="1392"/>
          <ac:grpSpMkLst>
            <pc:docMk/>
            <pc:sldMk cId="0" sldId="257"/>
            <ac:grpSpMk id="53" creationId="{A15EC17D-DEEE-F3F8-4BFD-D9FBA0AED3A8}"/>
          </ac:grpSpMkLst>
        </pc:grpChg>
      </pc:sldChg>
      <pc:sldChg chg="addSp delSp modSp mod modAnim">
        <pc:chgData name="Dave Idika" userId="70ea3614d7ae23b1" providerId="LiveId" clId="{705F800E-8469-4817-B8CB-EB853183F414}" dt="2026-08-04T09:45:11.596" v="1921"/>
        <pc:sldMkLst>
          <pc:docMk/>
          <pc:sldMk cId="0" sldId="258"/>
        </pc:sldMkLst>
        <pc:spChg chg="mod">
          <ac:chgData name="Dave Idika" userId="70ea3614d7ae23b1" providerId="LiveId" clId="{705F800E-8469-4817-B8CB-EB853183F414}" dt="2026-07-22T10:06:21.440" v="930" actId="403"/>
          <ac:spMkLst>
            <pc:docMk/>
            <pc:sldMk cId="0" sldId="258"/>
            <ac:spMk id="2" creationId="{00000000-0000-0000-0000-000000000000}"/>
          </ac:spMkLst>
        </pc:spChg>
        <pc:spChg chg="mod">
          <ac:chgData name="Dave Idika" userId="70ea3614d7ae23b1" providerId="LiveId" clId="{705F800E-8469-4817-B8CB-EB853183F414}" dt="2026-07-21T12:35:38.771" v="459" actId="1076"/>
          <ac:spMkLst>
            <pc:docMk/>
            <pc:sldMk cId="0" sldId="258"/>
            <ac:spMk id="3" creationId="{00000000-0000-0000-0000-000000000000}"/>
          </ac:spMkLst>
        </pc:spChg>
        <pc:spChg chg="mod">
          <ac:chgData name="Dave Idika" userId="70ea3614d7ae23b1" providerId="LiveId" clId="{705F800E-8469-4817-B8CB-EB853183F414}" dt="2026-07-22T10:10:24.914" v="957" actId="14100"/>
          <ac:spMkLst>
            <pc:docMk/>
            <pc:sldMk cId="0" sldId="258"/>
            <ac:spMk id="4" creationId="{00000000-0000-0000-0000-000000000000}"/>
          </ac:spMkLst>
        </pc:spChg>
        <pc:spChg chg="mod">
          <ac:chgData name="Dave Idika" userId="70ea3614d7ae23b1" providerId="LiveId" clId="{705F800E-8469-4817-B8CB-EB853183F414}" dt="2026-07-22T10:10:32.472" v="958" actId="1076"/>
          <ac:spMkLst>
            <pc:docMk/>
            <pc:sldMk cId="0" sldId="258"/>
            <ac:spMk id="5" creationId="{00000000-0000-0000-0000-000000000000}"/>
          </ac:spMkLst>
        </pc:spChg>
        <pc:spChg chg="mod">
          <ac:chgData name="Dave Idika" userId="70ea3614d7ae23b1" providerId="LiveId" clId="{705F800E-8469-4817-B8CB-EB853183F414}" dt="2026-07-22T10:10:44.046" v="959" actId="1076"/>
          <ac:spMkLst>
            <pc:docMk/>
            <pc:sldMk cId="0" sldId="258"/>
            <ac:spMk id="6" creationId="{00000000-0000-0000-0000-000000000000}"/>
          </ac:spMkLst>
        </pc:spChg>
        <pc:spChg chg="mod">
          <ac:chgData name="Dave Idika" userId="70ea3614d7ae23b1" providerId="LiveId" clId="{705F800E-8469-4817-B8CB-EB853183F414}" dt="2026-07-22T10:10:47.337" v="960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Dave Idika" userId="70ea3614d7ae23b1" providerId="LiveId" clId="{705F800E-8469-4817-B8CB-EB853183F414}" dt="2026-07-22T10:10:52.341" v="961" actId="1076"/>
          <ac:spMkLst>
            <pc:docMk/>
            <pc:sldMk cId="0" sldId="258"/>
            <ac:spMk id="8" creationId="{00000000-0000-0000-0000-000000000000}"/>
          </ac:spMkLst>
        </pc:spChg>
        <pc:spChg chg="mod">
          <ac:chgData name="Dave Idika" userId="70ea3614d7ae23b1" providerId="LiveId" clId="{705F800E-8469-4817-B8CB-EB853183F414}" dt="2026-07-22T10:10:57.784" v="963" actId="403"/>
          <ac:spMkLst>
            <pc:docMk/>
            <pc:sldMk cId="0" sldId="258"/>
            <ac:spMk id="9" creationId="{00000000-0000-0000-0000-000000000000}"/>
          </ac:spMkLst>
        </pc:spChg>
        <pc:spChg chg="mod">
          <ac:chgData name="Dave Idika" userId="70ea3614d7ae23b1" providerId="LiveId" clId="{705F800E-8469-4817-B8CB-EB853183F414}" dt="2026-08-03T10:22:05.295" v="1573" actId="107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Dave Idika" userId="70ea3614d7ae23b1" providerId="LiveId" clId="{705F800E-8469-4817-B8CB-EB853183F414}" dt="2026-08-03T10:14:05.872" v="1526" actId="207"/>
          <ac:spMkLst>
            <pc:docMk/>
            <pc:sldMk cId="0" sldId="258"/>
            <ac:spMk id="11" creationId="{00000000-0000-0000-0000-000000000000}"/>
          </ac:spMkLst>
        </pc:spChg>
        <pc:spChg chg="mod">
          <ac:chgData name="Dave Idika" userId="70ea3614d7ae23b1" providerId="LiveId" clId="{705F800E-8469-4817-B8CB-EB853183F414}" dt="2026-08-03T10:14:32.991" v="1530" actId="207"/>
          <ac:spMkLst>
            <pc:docMk/>
            <pc:sldMk cId="0" sldId="258"/>
            <ac:spMk id="12" creationId="{00000000-0000-0000-0000-000000000000}"/>
          </ac:spMkLst>
        </pc:spChg>
        <pc:spChg chg="mod">
          <ac:chgData name="Dave Idika" userId="70ea3614d7ae23b1" providerId="LiveId" clId="{705F800E-8469-4817-B8CB-EB853183F414}" dt="2026-08-04T09:33:26.358" v="1852"/>
          <ac:spMkLst>
            <pc:docMk/>
            <pc:sldMk cId="0" sldId="258"/>
            <ac:spMk id="13" creationId="{00000000-0000-0000-0000-000000000000}"/>
          </ac:spMkLst>
        </pc:spChg>
        <pc:spChg chg="mod">
          <ac:chgData name="Dave Idika" userId="70ea3614d7ae23b1" providerId="LiveId" clId="{705F800E-8469-4817-B8CB-EB853183F414}" dt="2026-08-04T09:33:26.358" v="1852"/>
          <ac:spMkLst>
            <pc:docMk/>
            <pc:sldMk cId="0" sldId="258"/>
            <ac:spMk id="14" creationId="{00000000-0000-0000-0000-000000000000}"/>
          </ac:spMkLst>
        </pc:spChg>
        <pc:spChg chg="mod">
          <ac:chgData name="Dave Idika" userId="70ea3614d7ae23b1" providerId="LiveId" clId="{705F800E-8469-4817-B8CB-EB853183F414}" dt="2026-08-04T09:33:26.358" v="1852"/>
          <ac:spMkLst>
            <pc:docMk/>
            <pc:sldMk cId="0" sldId="258"/>
            <ac:spMk id="15" creationId="{00000000-0000-0000-0000-000000000000}"/>
          </ac:spMkLst>
        </pc:spChg>
        <pc:spChg chg="mod">
          <ac:chgData name="Dave Idika" userId="70ea3614d7ae23b1" providerId="LiveId" clId="{705F800E-8469-4817-B8CB-EB853183F414}" dt="2026-08-04T09:33:26.358" v="1852"/>
          <ac:spMkLst>
            <pc:docMk/>
            <pc:sldMk cId="0" sldId="258"/>
            <ac:spMk id="16" creationId="{00000000-0000-0000-0000-000000000000}"/>
          </ac:spMkLst>
        </pc:spChg>
        <pc:spChg chg="mod">
          <ac:chgData name="Dave Idika" userId="70ea3614d7ae23b1" providerId="LiveId" clId="{705F800E-8469-4817-B8CB-EB853183F414}" dt="2026-08-04T09:33:26.358" v="1852"/>
          <ac:spMkLst>
            <pc:docMk/>
            <pc:sldMk cId="0" sldId="258"/>
            <ac:spMk id="17" creationId="{00000000-0000-0000-0000-000000000000}"/>
          </ac:spMkLst>
        </pc:spChg>
        <pc:spChg chg="mod">
          <ac:chgData name="Dave Idika" userId="70ea3614d7ae23b1" providerId="LiveId" clId="{705F800E-8469-4817-B8CB-EB853183F414}" dt="2026-08-04T09:33:26.358" v="1852"/>
          <ac:spMkLst>
            <pc:docMk/>
            <pc:sldMk cId="0" sldId="258"/>
            <ac:spMk id="18" creationId="{00000000-0000-0000-0000-000000000000}"/>
          </ac:spMkLst>
        </pc:spChg>
        <pc:spChg chg="mod">
          <ac:chgData name="Dave Idika" userId="70ea3614d7ae23b1" providerId="LiveId" clId="{705F800E-8469-4817-B8CB-EB853183F414}" dt="2026-08-04T09:33:26.358" v="1852"/>
          <ac:spMkLst>
            <pc:docMk/>
            <pc:sldMk cId="0" sldId="258"/>
            <ac:spMk id="19" creationId="{00000000-0000-0000-0000-000000000000}"/>
          </ac:spMkLst>
        </pc:spChg>
        <pc:spChg chg="mod">
          <ac:chgData name="Dave Idika" userId="70ea3614d7ae23b1" providerId="LiveId" clId="{705F800E-8469-4817-B8CB-EB853183F414}" dt="2026-08-04T09:33:26.358" v="1852"/>
          <ac:spMkLst>
            <pc:docMk/>
            <pc:sldMk cId="0" sldId="258"/>
            <ac:spMk id="20" creationId="{00000000-0000-0000-0000-000000000000}"/>
          </ac:spMkLst>
        </pc:spChg>
        <pc:spChg chg="mod">
          <ac:chgData name="Dave Idika" userId="70ea3614d7ae23b1" providerId="LiveId" clId="{705F800E-8469-4817-B8CB-EB853183F414}" dt="2026-08-04T09:33:26.358" v="1852"/>
          <ac:spMkLst>
            <pc:docMk/>
            <pc:sldMk cId="0" sldId="258"/>
            <ac:spMk id="21" creationId="{00000000-0000-0000-0000-000000000000}"/>
          </ac:spMkLst>
        </pc:spChg>
        <pc:spChg chg="mod">
          <ac:chgData name="Dave Idika" userId="70ea3614d7ae23b1" providerId="LiveId" clId="{705F800E-8469-4817-B8CB-EB853183F414}" dt="2026-08-04T09:33:26.358" v="1852"/>
          <ac:spMkLst>
            <pc:docMk/>
            <pc:sldMk cId="0" sldId="258"/>
            <ac:spMk id="22" creationId="{00000000-0000-0000-0000-000000000000}"/>
          </ac:spMkLst>
        </pc:spChg>
        <pc:spChg chg="del mod">
          <ac:chgData name="Dave Idika" userId="70ea3614d7ae23b1" providerId="LiveId" clId="{705F800E-8469-4817-B8CB-EB853183F414}" dt="2026-08-03T09:51:51.032" v="1475" actId="478"/>
          <ac:spMkLst>
            <pc:docMk/>
            <pc:sldMk cId="0" sldId="258"/>
            <ac:spMk id="23" creationId="{00000000-0000-0000-0000-000000000000}"/>
          </ac:spMkLst>
        </pc:spChg>
        <pc:spChg chg="del mod">
          <ac:chgData name="Dave Idika" userId="70ea3614d7ae23b1" providerId="LiveId" clId="{705F800E-8469-4817-B8CB-EB853183F414}" dt="2026-08-03T09:51:57.883" v="1477" actId="478"/>
          <ac:spMkLst>
            <pc:docMk/>
            <pc:sldMk cId="0" sldId="258"/>
            <ac:spMk id="24" creationId="{00000000-0000-0000-0000-000000000000}"/>
          </ac:spMkLst>
        </pc:spChg>
        <pc:spChg chg="del mod">
          <ac:chgData name="Dave Idika" userId="70ea3614d7ae23b1" providerId="LiveId" clId="{705F800E-8469-4817-B8CB-EB853183F414}" dt="2026-08-03T09:51:53.109" v="1476" actId="478"/>
          <ac:spMkLst>
            <pc:docMk/>
            <pc:sldMk cId="0" sldId="258"/>
            <ac:spMk id="25" creationId="{00000000-0000-0000-0000-000000000000}"/>
          </ac:spMkLst>
        </pc:spChg>
        <pc:spChg chg="mod">
          <ac:chgData name="Dave Idika" userId="70ea3614d7ae23b1" providerId="LiveId" clId="{705F800E-8469-4817-B8CB-EB853183F414}" dt="2026-08-03T10:19:00.463" v="1556" actId="1076"/>
          <ac:spMkLst>
            <pc:docMk/>
            <pc:sldMk cId="0" sldId="258"/>
            <ac:spMk id="26" creationId="{00000000-0000-0000-0000-000000000000}"/>
          </ac:spMkLst>
        </pc:spChg>
        <pc:spChg chg="mod">
          <ac:chgData name="Dave Idika" userId="70ea3614d7ae23b1" providerId="LiveId" clId="{705F800E-8469-4817-B8CB-EB853183F414}" dt="2026-08-04T09:30:10.143" v="1830" actId="1076"/>
          <ac:spMkLst>
            <pc:docMk/>
            <pc:sldMk cId="0" sldId="258"/>
            <ac:spMk id="27" creationId="{00000000-0000-0000-0000-000000000000}"/>
          </ac:spMkLst>
        </pc:spChg>
        <pc:spChg chg="mod">
          <ac:chgData name="Dave Idika" userId="70ea3614d7ae23b1" providerId="LiveId" clId="{705F800E-8469-4817-B8CB-EB853183F414}" dt="2026-08-03T13:18:47.631" v="1736" actId="338"/>
          <ac:spMkLst>
            <pc:docMk/>
            <pc:sldMk cId="0" sldId="258"/>
            <ac:spMk id="45" creationId="{74524964-F520-EE84-DC4D-999227D965AF}"/>
          </ac:spMkLst>
        </pc:spChg>
        <pc:spChg chg="mod">
          <ac:chgData name="Dave Idika" userId="70ea3614d7ae23b1" providerId="LiveId" clId="{705F800E-8469-4817-B8CB-EB853183F414}" dt="2026-08-03T13:18:47.631" v="1736" actId="338"/>
          <ac:spMkLst>
            <pc:docMk/>
            <pc:sldMk cId="0" sldId="258"/>
            <ac:spMk id="46" creationId="{4DCD7307-4E58-3C81-DE07-ADEF122F6BB9}"/>
          </ac:spMkLst>
        </pc:spChg>
        <pc:spChg chg="mod">
          <ac:chgData name="Dave Idika" userId="70ea3614d7ae23b1" providerId="LiveId" clId="{705F800E-8469-4817-B8CB-EB853183F414}" dt="2026-08-03T13:18:47.631" v="1736" actId="338"/>
          <ac:spMkLst>
            <pc:docMk/>
            <pc:sldMk cId="0" sldId="258"/>
            <ac:spMk id="48" creationId="{AD64C347-9388-14AD-09A5-CE8D18888D61}"/>
          </ac:spMkLst>
        </pc:spChg>
        <pc:spChg chg="mod">
          <ac:chgData name="Dave Idika" userId="70ea3614d7ae23b1" providerId="LiveId" clId="{705F800E-8469-4817-B8CB-EB853183F414}" dt="2026-08-03T13:18:47.631" v="1736" actId="338"/>
          <ac:spMkLst>
            <pc:docMk/>
            <pc:sldMk cId="0" sldId="258"/>
            <ac:spMk id="49" creationId="{4E7BA204-A60A-350E-CCE6-B52D2FB46623}"/>
          </ac:spMkLst>
        </pc:spChg>
        <pc:spChg chg="mod">
          <ac:chgData name="Dave Idika" userId="70ea3614d7ae23b1" providerId="LiveId" clId="{705F800E-8469-4817-B8CB-EB853183F414}" dt="2026-08-03T13:18:47.631" v="1736" actId="338"/>
          <ac:spMkLst>
            <pc:docMk/>
            <pc:sldMk cId="0" sldId="258"/>
            <ac:spMk id="50" creationId="{BC728E99-6901-7989-0351-7E2CA3BE7011}"/>
          </ac:spMkLst>
        </pc:spChg>
        <pc:spChg chg="mod">
          <ac:chgData name="Dave Idika" userId="70ea3614d7ae23b1" providerId="LiveId" clId="{705F800E-8469-4817-B8CB-EB853183F414}" dt="2026-08-03T13:18:47.631" v="1736" actId="338"/>
          <ac:spMkLst>
            <pc:docMk/>
            <pc:sldMk cId="0" sldId="258"/>
            <ac:spMk id="52" creationId="{A4F18A32-0940-A791-4DFB-44674FB7D388}"/>
          </ac:spMkLst>
        </pc:spChg>
        <pc:spChg chg="mod">
          <ac:chgData name="Dave Idika" userId="70ea3614d7ae23b1" providerId="LiveId" clId="{705F800E-8469-4817-B8CB-EB853183F414}" dt="2026-08-03T13:18:47.631" v="1736" actId="338"/>
          <ac:spMkLst>
            <pc:docMk/>
            <pc:sldMk cId="0" sldId="258"/>
            <ac:spMk id="53" creationId="{5BB14A0F-2112-B7CD-2129-B5F698D4C190}"/>
          </ac:spMkLst>
        </pc:spChg>
        <pc:spChg chg="mod">
          <ac:chgData name="Dave Idika" userId="70ea3614d7ae23b1" providerId="LiveId" clId="{705F800E-8469-4817-B8CB-EB853183F414}" dt="2026-08-03T13:18:47.631" v="1736" actId="338"/>
          <ac:spMkLst>
            <pc:docMk/>
            <pc:sldMk cId="0" sldId="258"/>
            <ac:spMk id="54" creationId="{DD78639B-FE27-8797-B29D-4C9EC1BA4589}"/>
          </ac:spMkLst>
        </pc:spChg>
        <pc:spChg chg="mod">
          <ac:chgData name="Dave Idika" userId="70ea3614d7ae23b1" providerId="LiveId" clId="{705F800E-8469-4817-B8CB-EB853183F414}" dt="2026-08-03T13:18:47.631" v="1736" actId="338"/>
          <ac:spMkLst>
            <pc:docMk/>
            <pc:sldMk cId="0" sldId="258"/>
            <ac:spMk id="55" creationId="{E696615A-0206-D505-4770-4CE44743D015}"/>
          </ac:spMkLst>
        </pc:spChg>
        <pc:spChg chg="mod">
          <ac:chgData name="Dave Idika" userId="70ea3614d7ae23b1" providerId="LiveId" clId="{705F800E-8469-4817-B8CB-EB853183F414}" dt="2026-08-03T13:18:47.631" v="1736" actId="338"/>
          <ac:spMkLst>
            <pc:docMk/>
            <pc:sldMk cId="0" sldId="258"/>
            <ac:spMk id="56" creationId="{123DA291-3A07-4DE8-0FC6-CB2F0625794C}"/>
          </ac:spMkLst>
        </pc:spChg>
        <pc:spChg chg="mod">
          <ac:chgData name="Dave Idika" userId="70ea3614d7ae23b1" providerId="LiveId" clId="{705F800E-8469-4817-B8CB-EB853183F414}" dt="2026-08-03T13:21:11.433" v="1744" actId="165"/>
          <ac:spMkLst>
            <pc:docMk/>
            <pc:sldMk cId="0" sldId="258"/>
            <ac:spMk id="67" creationId="{8C6B66FC-27D4-2175-3E9E-F20FD5F58370}"/>
          </ac:spMkLst>
        </pc:spChg>
        <pc:spChg chg="mod">
          <ac:chgData name="Dave Idika" userId="70ea3614d7ae23b1" providerId="LiveId" clId="{705F800E-8469-4817-B8CB-EB853183F414}" dt="2026-08-03T13:21:11.433" v="1744" actId="165"/>
          <ac:spMkLst>
            <pc:docMk/>
            <pc:sldMk cId="0" sldId="258"/>
            <ac:spMk id="68" creationId="{BF207AD8-9564-45D1-CEE1-71F00A7F2890}"/>
          </ac:spMkLst>
        </pc:spChg>
        <pc:spChg chg="mod">
          <ac:chgData name="Dave Idika" userId="70ea3614d7ae23b1" providerId="LiveId" clId="{705F800E-8469-4817-B8CB-EB853183F414}" dt="2026-08-03T13:21:11.433" v="1744" actId="165"/>
          <ac:spMkLst>
            <pc:docMk/>
            <pc:sldMk cId="0" sldId="258"/>
            <ac:spMk id="69" creationId="{729EFF18-7EF3-ABB9-2A56-734A17A8DBC2}"/>
          </ac:spMkLst>
        </pc:spChg>
        <pc:spChg chg="mod">
          <ac:chgData name="Dave Idika" userId="70ea3614d7ae23b1" providerId="LiveId" clId="{705F800E-8469-4817-B8CB-EB853183F414}" dt="2026-08-03T13:21:11.433" v="1744" actId="165"/>
          <ac:spMkLst>
            <pc:docMk/>
            <pc:sldMk cId="0" sldId="258"/>
            <ac:spMk id="70" creationId="{1564EF7A-C6D3-2AA3-F38B-4F0610867B95}"/>
          </ac:spMkLst>
        </pc:spChg>
        <pc:spChg chg="mod">
          <ac:chgData name="Dave Idika" userId="70ea3614d7ae23b1" providerId="LiveId" clId="{705F800E-8469-4817-B8CB-EB853183F414}" dt="2026-08-03T13:21:11.433" v="1744" actId="165"/>
          <ac:spMkLst>
            <pc:docMk/>
            <pc:sldMk cId="0" sldId="258"/>
            <ac:spMk id="71" creationId="{91AB05AE-619E-F5EC-25AE-87C70A4D414B}"/>
          </ac:spMkLst>
        </pc:spChg>
        <pc:spChg chg="mod">
          <ac:chgData name="Dave Idika" userId="70ea3614d7ae23b1" providerId="LiveId" clId="{705F800E-8469-4817-B8CB-EB853183F414}" dt="2026-08-03T13:21:11.433" v="1744" actId="165"/>
          <ac:spMkLst>
            <pc:docMk/>
            <pc:sldMk cId="0" sldId="258"/>
            <ac:spMk id="72" creationId="{E1B4EE68-C268-26C1-8640-04BFA12172B9}"/>
          </ac:spMkLst>
        </pc:spChg>
        <pc:spChg chg="mod">
          <ac:chgData name="Dave Idika" userId="70ea3614d7ae23b1" providerId="LiveId" clId="{705F800E-8469-4817-B8CB-EB853183F414}" dt="2026-08-03T13:21:11.433" v="1744" actId="165"/>
          <ac:spMkLst>
            <pc:docMk/>
            <pc:sldMk cId="0" sldId="258"/>
            <ac:spMk id="73" creationId="{1CE43EE1-3778-A36E-2C60-A4E65406C0FE}"/>
          </ac:spMkLst>
        </pc:spChg>
        <pc:spChg chg="mod">
          <ac:chgData name="Dave Idika" userId="70ea3614d7ae23b1" providerId="LiveId" clId="{705F800E-8469-4817-B8CB-EB853183F414}" dt="2026-08-03T13:21:11.433" v="1744" actId="165"/>
          <ac:spMkLst>
            <pc:docMk/>
            <pc:sldMk cId="0" sldId="258"/>
            <ac:spMk id="74" creationId="{BB0E6A4F-8FB8-17FC-91A6-1451580727EE}"/>
          </ac:spMkLst>
        </pc:spChg>
        <pc:spChg chg="mod">
          <ac:chgData name="Dave Idika" userId="70ea3614d7ae23b1" providerId="LiveId" clId="{705F800E-8469-4817-B8CB-EB853183F414}" dt="2026-08-03T13:21:11.433" v="1744" actId="165"/>
          <ac:spMkLst>
            <pc:docMk/>
            <pc:sldMk cId="0" sldId="258"/>
            <ac:spMk id="75" creationId="{5D29FF3A-E097-5FDC-F255-CFC31CB72E0B}"/>
          </ac:spMkLst>
        </pc:spChg>
        <pc:spChg chg="mod">
          <ac:chgData name="Dave Idika" userId="70ea3614d7ae23b1" providerId="LiveId" clId="{705F800E-8469-4817-B8CB-EB853183F414}" dt="2026-08-03T13:21:11.433" v="1744" actId="165"/>
          <ac:spMkLst>
            <pc:docMk/>
            <pc:sldMk cId="0" sldId="258"/>
            <ac:spMk id="76" creationId="{647A36E5-A7B2-E5F8-06E1-E72DE2F8745C}"/>
          </ac:spMkLst>
        </pc:spChg>
        <pc:spChg chg="mod">
          <ac:chgData name="Dave Idika" userId="70ea3614d7ae23b1" providerId="LiveId" clId="{705F800E-8469-4817-B8CB-EB853183F414}" dt="2026-08-03T10:29:23.241" v="1630" actId="207"/>
          <ac:spMkLst>
            <pc:docMk/>
            <pc:sldMk cId="0" sldId="258"/>
            <ac:spMk id="85" creationId="{8AD2CD94-2249-BE1B-A853-382DC1C8671C}"/>
          </ac:spMkLst>
        </pc:spChg>
        <pc:spChg chg="mod">
          <ac:chgData name="Dave Idika" userId="70ea3614d7ae23b1" providerId="LiveId" clId="{705F800E-8469-4817-B8CB-EB853183F414}" dt="2026-08-03T13:22:22.267" v="1753" actId="165"/>
          <ac:spMkLst>
            <pc:docMk/>
            <pc:sldMk cId="0" sldId="258"/>
            <ac:spMk id="86" creationId="{F30BD16D-252B-A0DA-F616-6D24988B08DF}"/>
          </ac:spMkLst>
        </pc:spChg>
        <pc:spChg chg="mod">
          <ac:chgData name="Dave Idika" userId="70ea3614d7ae23b1" providerId="LiveId" clId="{705F800E-8469-4817-B8CB-EB853183F414}" dt="2026-08-03T13:22:22.267" v="1753" actId="165"/>
          <ac:spMkLst>
            <pc:docMk/>
            <pc:sldMk cId="0" sldId="258"/>
            <ac:spMk id="87" creationId="{DD9E0F04-F08F-90EB-A15A-637F1280018F}"/>
          </ac:spMkLst>
        </pc:spChg>
        <pc:spChg chg="mod">
          <ac:chgData name="Dave Idika" userId="70ea3614d7ae23b1" providerId="LiveId" clId="{705F800E-8469-4817-B8CB-EB853183F414}" dt="2026-08-03T13:22:22.267" v="1753" actId="165"/>
          <ac:spMkLst>
            <pc:docMk/>
            <pc:sldMk cId="0" sldId="258"/>
            <ac:spMk id="88" creationId="{7BA09407-1714-38E7-6D20-F4564E5F4949}"/>
          </ac:spMkLst>
        </pc:spChg>
        <pc:spChg chg="mod">
          <ac:chgData name="Dave Idika" userId="70ea3614d7ae23b1" providerId="LiveId" clId="{705F800E-8469-4817-B8CB-EB853183F414}" dt="2026-08-03T13:22:22.267" v="1753" actId="165"/>
          <ac:spMkLst>
            <pc:docMk/>
            <pc:sldMk cId="0" sldId="258"/>
            <ac:spMk id="89" creationId="{1958319F-C4BA-5D5F-2CDB-F4D9429BC24F}"/>
          </ac:spMkLst>
        </pc:spChg>
        <pc:spChg chg="mod">
          <ac:chgData name="Dave Idika" userId="70ea3614d7ae23b1" providerId="LiveId" clId="{705F800E-8469-4817-B8CB-EB853183F414}" dt="2026-08-03T13:22:22.267" v="1753" actId="165"/>
          <ac:spMkLst>
            <pc:docMk/>
            <pc:sldMk cId="0" sldId="258"/>
            <ac:spMk id="90" creationId="{014D49FB-B317-8876-C12A-F3CF110A525C}"/>
          </ac:spMkLst>
        </pc:spChg>
        <pc:spChg chg="mod">
          <ac:chgData name="Dave Idika" userId="70ea3614d7ae23b1" providerId="LiveId" clId="{705F800E-8469-4817-B8CB-EB853183F414}" dt="2026-08-03T13:22:22.267" v="1753" actId="165"/>
          <ac:spMkLst>
            <pc:docMk/>
            <pc:sldMk cId="0" sldId="258"/>
            <ac:spMk id="91" creationId="{571F36A3-6C4D-E839-501D-F770CCAD0105}"/>
          </ac:spMkLst>
        </pc:spChg>
        <pc:spChg chg="mod">
          <ac:chgData name="Dave Idika" userId="70ea3614d7ae23b1" providerId="LiveId" clId="{705F800E-8469-4817-B8CB-EB853183F414}" dt="2026-08-03T13:22:22.267" v="1753" actId="165"/>
          <ac:spMkLst>
            <pc:docMk/>
            <pc:sldMk cId="0" sldId="258"/>
            <ac:spMk id="92" creationId="{3B48935A-A939-BCAC-DE50-69F68C5C8436}"/>
          </ac:spMkLst>
        </pc:spChg>
        <pc:spChg chg="mod">
          <ac:chgData name="Dave Idika" userId="70ea3614d7ae23b1" providerId="LiveId" clId="{705F800E-8469-4817-B8CB-EB853183F414}" dt="2026-08-03T10:29:06.367" v="1626" actId="207"/>
          <ac:spMkLst>
            <pc:docMk/>
            <pc:sldMk cId="0" sldId="258"/>
            <ac:spMk id="93" creationId="{D4A5BFD6-F5E2-0206-978A-1C9ABBAEC48E}"/>
          </ac:spMkLst>
        </pc:spChg>
        <pc:spChg chg="mod">
          <ac:chgData name="Dave Idika" userId="70ea3614d7ae23b1" providerId="LiveId" clId="{705F800E-8469-4817-B8CB-EB853183F414}" dt="2026-08-03T13:22:22.267" v="1753" actId="165"/>
          <ac:spMkLst>
            <pc:docMk/>
            <pc:sldMk cId="0" sldId="258"/>
            <ac:spMk id="94" creationId="{1A601F8F-8B77-4626-3B15-8B1E0529F2F5}"/>
          </ac:spMkLst>
        </pc:spChg>
        <pc:spChg chg="mod">
          <ac:chgData name="Dave Idika" userId="70ea3614d7ae23b1" providerId="LiveId" clId="{705F800E-8469-4817-B8CB-EB853183F414}" dt="2026-08-03T13:22:22.267" v="1753" actId="165"/>
          <ac:spMkLst>
            <pc:docMk/>
            <pc:sldMk cId="0" sldId="258"/>
            <ac:spMk id="95" creationId="{9EA510A6-9FDF-5F32-C30D-CC93BC1DD533}"/>
          </ac:spMkLst>
        </pc:spChg>
        <pc:spChg chg="mod">
          <ac:chgData name="Dave Idika" userId="70ea3614d7ae23b1" providerId="LiveId" clId="{705F800E-8469-4817-B8CB-EB853183F414}" dt="2026-08-03T13:22:22.267" v="1753" actId="165"/>
          <ac:spMkLst>
            <pc:docMk/>
            <pc:sldMk cId="0" sldId="258"/>
            <ac:spMk id="96" creationId="{7C8174D4-07B3-8197-2E8B-241F874EAAF3}"/>
          </ac:spMkLst>
        </pc:spChg>
        <pc:spChg chg="mod">
          <ac:chgData name="Dave Idika" userId="70ea3614d7ae23b1" providerId="LiveId" clId="{705F800E-8469-4817-B8CB-EB853183F414}" dt="2026-08-04T09:24:11.253" v="1795"/>
          <ac:spMkLst>
            <pc:docMk/>
            <pc:sldMk cId="0" sldId="258"/>
            <ac:spMk id="113" creationId="{D244CCBA-3EF9-5FB5-F4B4-DCC9ED551E57}"/>
          </ac:spMkLst>
        </pc:spChg>
        <pc:spChg chg="mod">
          <ac:chgData name="Dave Idika" userId="70ea3614d7ae23b1" providerId="LiveId" clId="{705F800E-8469-4817-B8CB-EB853183F414}" dt="2026-08-04T09:24:11.253" v="1795"/>
          <ac:spMkLst>
            <pc:docMk/>
            <pc:sldMk cId="0" sldId="258"/>
            <ac:spMk id="114" creationId="{9471F1A9-D429-6B48-C906-4EE081545267}"/>
          </ac:spMkLst>
        </pc:spChg>
        <pc:spChg chg="mod">
          <ac:chgData name="Dave Idika" userId="70ea3614d7ae23b1" providerId="LiveId" clId="{705F800E-8469-4817-B8CB-EB853183F414}" dt="2026-08-04T09:24:11.253" v="1795"/>
          <ac:spMkLst>
            <pc:docMk/>
            <pc:sldMk cId="0" sldId="258"/>
            <ac:spMk id="115" creationId="{297E7D2D-119C-20B5-9DEB-45FC0AE58F31}"/>
          </ac:spMkLst>
        </pc:spChg>
        <pc:spChg chg="mod">
          <ac:chgData name="Dave Idika" userId="70ea3614d7ae23b1" providerId="LiveId" clId="{705F800E-8469-4817-B8CB-EB853183F414}" dt="2026-08-04T09:24:11.253" v="1795"/>
          <ac:spMkLst>
            <pc:docMk/>
            <pc:sldMk cId="0" sldId="258"/>
            <ac:spMk id="116" creationId="{6CD75E1F-7D2E-4928-BF3F-41142F9385EE}"/>
          </ac:spMkLst>
        </pc:spChg>
        <pc:spChg chg="mod">
          <ac:chgData name="Dave Idika" userId="70ea3614d7ae23b1" providerId="LiveId" clId="{705F800E-8469-4817-B8CB-EB853183F414}" dt="2026-08-04T09:24:11.253" v="1795"/>
          <ac:spMkLst>
            <pc:docMk/>
            <pc:sldMk cId="0" sldId="258"/>
            <ac:spMk id="117" creationId="{151C99E0-E997-4F71-A193-D6932A35D03A}"/>
          </ac:spMkLst>
        </pc:spChg>
        <pc:spChg chg="mod">
          <ac:chgData name="Dave Idika" userId="70ea3614d7ae23b1" providerId="LiveId" clId="{705F800E-8469-4817-B8CB-EB853183F414}" dt="2026-08-04T09:24:11.253" v="1795"/>
          <ac:spMkLst>
            <pc:docMk/>
            <pc:sldMk cId="0" sldId="258"/>
            <ac:spMk id="118" creationId="{EECB8C90-EC4E-6B14-6772-2840927C1493}"/>
          </ac:spMkLst>
        </pc:spChg>
        <pc:spChg chg="mod">
          <ac:chgData name="Dave Idika" userId="70ea3614d7ae23b1" providerId="LiveId" clId="{705F800E-8469-4817-B8CB-EB853183F414}" dt="2026-08-04T09:24:11.253" v="1795"/>
          <ac:spMkLst>
            <pc:docMk/>
            <pc:sldMk cId="0" sldId="258"/>
            <ac:spMk id="119" creationId="{22173954-09F7-AFF3-6892-BE0899CFF15D}"/>
          </ac:spMkLst>
        </pc:spChg>
        <pc:spChg chg="mod">
          <ac:chgData name="Dave Idika" userId="70ea3614d7ae23b1" providerId="LiveId" clId="{705F800E-8469-4817-B8CB-EB853183F414}" dt="2026-08-04T09:24:11.253" v="1795"/>
          <ac:spMkLst>
            <pc:docMk/>
            <pc:sldMk cId="0" sldId="258"/>
            <ac:spMk id="120" creationId="{2977211B-8252-1F0C-AC6B-A10D36EBA5D3}"/>
          </ac:spMkLst>
        </pc:spChg>
        <pc:spChg chg="mod">
          <ac:chgData name="Dave Idika" userId="70ea3614d7ae23b1" providerId="LiveId" clId="{705F800E-8469-4817-B8CB-EB853183F414}" dt="2026-08-04T09:24:11.253" v="1795"/>
          <ac:spMkLst>
            <pc:docMk/>
            <pc:sldMk cId="0" sldId="258"/>
            <ac:spMk id="121" creationId="{3A227EF3-6042-8409-D296-6E5E95A24871}"/>
          </ac:spMkLst>
        </pc:spChg>
        <pc:spChg chg="mod">
          <ac:chgData name="Dave Idika" userId="70ea3614d7ae23b1" providerId="LiveId" clId="{705F800E-8469-4817-B8CB-EB853183F414}" dt="2026-08-04T09:24:11.253" v="1795"/>
          <ac:spMkLst>
            <pc:docMk/>
            <pc:sldMk cId="0" sldId="258"/>
            <ac:spMk id="122" creationId="{B590BB94-A390-37E4-4C09-5CE1F4E9FDB9}"/>
          </ac:spMkLst>
        </pc:spChg>
        <pc:spChg chg="mod">
          <ac:chgData name="Dave Idika" userId="70ea3614d7ae23b1" providerId="LiveId" clId="{705F800E-8469-4817-B8CB-EB853183F414}" dt="2026-08-04T09:28:34.260" v="1820"/>
          <ac:spMkLst>
            <pc:docMk/>
            <pc:sldMk cId="0" sldId="258"/>
            <ac:spMk id="135" creationId="{FDB43197-D3B0-2BA9-0EE5-AA294F7C04DA}"/>
          </ac:spMkLst>
        </pc:spChg>
        <pc:spChg chg="mod">
          <ac:chgData name="Dave Idika" userId="70ea3614d7ae23b1" providerId="LiveId" clId="{705F800E-8469-4817-B8CB-EB853183F414}" dt="2026-08-04T09:28:34.260" v="1820"/>
          <ac:spMkLst>
            <pc:docMk/>
            <pc:sldMk cId="0" sldId="258"/>
            <ac:spMk id="136" creationId="{EA5D0228-9278-E863-2D2F-17CD10173CF0}"/>
          </ac:spMkLst>
        </pc:spChg>
        <pc:spChg chg="mod">
          <ac:chgData name="Dave Idika" userId="70ea3614d7ae23b1" providerId="LiveId" clId="{705F800E-8469-4817-B8CB-EB853183F414}" dt="2026-08-04T09:28:34.260" v="1820"/>
          <ac:spMkLst>
            <pc:docMk/>
            <pc:sldMk cId="0" sldId="258"/>
            <ac:spMk id="137" creationId="{979566A9-0CBC-FDF8-1C77-AEF4A80657FC}"/>
          </ac:spMkLst>
        </pc:spChg>
        <pc:spChg chg="mod">
          <ac:chgData name="Dave Idika" userId="70ea3614d7ae23b1" providerId="LiveId" clId="{705F800E-8469-4817-B8CB-EB853183F414}" dt="2026-08-04T09:28:34.260" v="1820"/>
          <ac:spMkLst>
            <pc:docMk/>
            <pc:sldMk cId="0" sldId="258"/>
            <ac:spMk id="139" creationId="{1AA07FFA-A7DF-C175-A317-DCF65337F7FC}"/>
          </ac:spMkLst>
        </pc:spChg>
        <pc:spChg chg="mod">
          <ac:chgData name="Dave Idika" userId="70ea3614d7ae23b1" providerId="LiveId" clId="{705F800E-8469-4817-B8CB-EB853183F414}" dt="2026-08-04T09:28:34.260" v="1820"/>
          <ac:spMkLst>
            <pc:docMk/>
            <pc:sldMk cId="0" sldId="258"/>
            <ac:spMk id="140" creationId="{DA7C134D-2A97-F6AC-D12C-E22D2F633DE8}"/>
          </ac:spMkLst>
        </pc:spChg>
        <pc:spChg chg="mod">
          <ac:chgData name="Dave Idika" userId="70ea3614d7ae23b1" providerId="LiveId" clId="{705F800E-8469-4817-B8CB-EB853183F414}" dt="2026-08-04T09:28:34.260" v="1820"/>
          <ac:spMkLst>
            <pc:docMk/>
            <pc:sldMk cId="0" sldId="258"/>
            <ac:spMk id="141" creationId="{30320C80-9E3D-65D2-26EF-02839328365F}"/>
          </ac:spMkLst>
        </pc:spChg>
        <pc:spChg chg="mod">
          <ac:chgData name="Dave Idika" userId="70ea3614d7ae23b1" providerId="LiveId" clId="{705F800E-8469-4817-B8CB-EB853183F414}" dt="2026-08-04T09:28:34.260" v="1820"/>
          <ac:spMkLst>
            <pc:docMk/>
            <pc:sldMk cId="0" sldId="258"/>
            <ac:spMk id="142" creationId="{3F23ED47-307E-D2AA-581A-8D6632DC0456}"/>
          </ac:spMkLst>
        </pc:spChg>
        <pc:spChg chg="mod">
          <ac:chgData name="Dave Idika" userId="70ea3614d7ae23b1" providerId="LiveId" clId="{705F800E-8469-4817-B8CB-EB853183F414}" dt="2026-08-04T09:28:34.260" v="1820"/>
          <ac:spMkLst>
            <pc:docMk/>
            <pc:sldMk cId="0" sldId="258"/>
            <ac:spMk id="143" creationId="{D657A534-9023-08C9-EEB0-DD82DC370B8D}"/>
          </ac:spMkLst>
        </pc:spChg>
        <pc:spChg chg="mod">
          <ac:chgData name="Dave Idika" userId="70ea3614d7ae23b1" providerId="LiveId" clId="{705F800E-8469-4817-B8CB-EB853183F414}" dt="2026-08-04T09:28:34.260" v="1820"/>
          <ac:spMkLst>
            <pc:docMk/>
            <pc:sldMk cId="0" sldId="258"/>
            <ac:spMk id="145" creationId="{DB931448-69A2-D2AA-70E2-91F5C2C3DD7A}"/>
          </ac:spMkLst>
        </pc:spChg>
        <pc:spChg chg="mod">
          <ac:chgData name="Dave Idika" userId="70ea3614d7ae23b1" providerId="LiveId" clId="{705F800E-8469-4817-B8CB-EB853183F414}" dt="2026-08-04T09:28:34.260" v="1820"/>
          <ac:spMkLst>
            <pc:docMk/>
            <pc:sldMk cId="0" sldId="258"/>
            <ac:spMk id="146" creationId="{A09A60B8-B856-DC63-419C-BC76A60372FF}"/>
          </ac:spMkLst>
        </pc:spChg>
        <pc:spChg chg="mod">
          <ac:chgData name="Dave Idika" userId="70ea3614d7ae23b1" providerId="LiveId" clId="{705F800E-8469-4817-B8CB-EB853183F414}" dt="2026-08-04T09:38:33.136" v="1867"/>
          <ac:spMkLst>
            <pc:docMk/>
            <pc:sldMk cId="0" sldId="258"/>
            <ac:spMk id="153" creationId="{C0BBEAFA-E23A-8615-28E8-BA099C86CA0D}"/>
          </ac:spMkLst>
        </pc:spChg>
        <pc:spChg chg="mod">
          <ac:chgData name="Dave Idika" userId="70ea3614d7ae23b1" providerId="LiveId" clId="{705F800E-8469-4817-B8CB-EB853183F414}" dt="2026-08-04T09:38:33.136" v="1867"/>
          <ac:spMkLst>
            <pc:docMk/>
            <pc:sldMk cId="0" sldId="258"/>
            <ac:spMk id="154" creationId="{A4C879F0-8EE7-C846-3C0D-737964A305B0}"/>
          </ac:spMkLst>
        </pc:spChg>
        <pc:spChg chg="mod">
          <ac:chgData name="Dave Idika" userId="70ea3614d7ae23b1" providerId="LiveId" clId="{705F800E-8469-4817-B8CB-EB853183F414}" dt="2026-08-04T09:38:33.136" v="1867"/>
          <ac:spMkLst>
            <pc:docMk/>
            <pc:sldMk cId="0" sldId="258"/>
            <ac:spMk id="156" creationId="{38D3F8E0-59B2-8E4B-9800-EE50AC9167E7}"/>
          </ac:spMkLst>
        </pc:spChg>
        <pc:spChg chg="mod">
          <ac:chgData name="Dave Idika" userId="70ea3614d7ae23b1" providerId="LiveId" clId="{705F800E-8469-4817-B8CB-EB853183F414}" dt="2026-08-04T09:38:33.136" v="1867"/>
          <ac:spMkLst>
            <pc:docMk/>
            <pc:sldMk cId="0" sldId="258"/>
            <ac:spMk id="157" creationId="{AB92DF9A-27C7-F0D7-0644-09B40CEEC9FC}"/>
          </ac:spMkLst>
        </pc:spChg>
        <pc:spChg chg="mod">
          <ac:chgData name="Dave Idika" userId="70ea3614d7ae23b1" providerId="LiveId" clId="{705F800E-8469-4817-B8CB-EB853183F414}" dt="2026-08-04T09:38:33.136" v="1867"/>
          <ac:spMkLst>
            <pc:docMk/>
            <pc:sldMk cId="0" sldId="258"/>
            <ac:spMk id="158" creationId="{670D255E-63C9-BD56-22E0-A2E0DB7F7FFC}"/>
          </ac:spMkLst>
        </pc:spChg>
        <pc:spChg chg="mod">
          <ac:chgData name="Dave Idika" userId="70ea3614d7ae23b1" providerId="LiveId" clId="{705F800E-8469-4817-B8CB-EB853183F414}" dt="2026-08-04T09:38:33.136" v="1867"/>
          <ac:spMkLst>
            <pc:docMk/>
            <pc:sldMk cId="0" sldId="258"/>
            <ac:spMk id="159" creationId="{8662BDC7-7186-6E8C-F347-2C441CDCA475}"/>
          </ac:spMkLst>
        </pc:spChg>
        <pc:spChg chg="mod">
          <ac:chgData name="Dave Idika" userId="70ea3614d7ae23b1" providerId="LiveId" clId="{705F800E-8469-4817-B8CB-EB853183F414}" dt="2026-08-04T09:38:33.136" v="1867"/>
          <ac:spMkLst>
            <pc:docMk/>
            <pc:sldMk cId="0" sldId="258"/>
            <ac:spMk id="160" creationId="{7D0C4AE1-2901-6D1B-64CC-ABC35C7C4C2A}"/>
          </ac:spMkLst>
        </pc:spChg>
        <pc:spChg chg="mod">
          <ac:chgData name="Dave Idika" userId="70ea3614d7ae23b1" providerId="LiveId" clId="{705F800E-8469-4817-B8CB-EB853183F414}" dt="2026-08-04T09:38:33.136" v="1867"/>
          <ac:spMkLst>
            <pc:docMk/>
            <pc:sldMk cId="0" sldId="258"/>
            <ac:spMk id="161" creationId="{74086C30-5AF9-226E-9939-2A7BD5683772}"/>
          </ac:spMkLst>
        </pc:spChg>
        <pc:spChg chg="mod">
          <ac:chgData name="Dave Idika" userId="70ea3614d7ae23b1" providerId="LiveId" clId="{705F800E-8469-4817-B8CB-EB853183F414}" dt="2026-08-04T09:38:33.136" v="1867"/>
          <ac:spMkLst>
            <pc:docMk/>
            <pc:sldMk cId="0" sldId="258"/>
            <ac:spMk id="162" creationId="{6F93E23E-5E48-3155-5206-06F0C282516C}"/>
          </ac:spMkLst>
        </pc:spChg>
        <pc:spChg chg="mod">
          <ac:chgData name="Dave Idika" userId="70ea3614d7ae23b1" providerId="LiveId" clId="{705F800E-8469-4817-B8CB-EB853183F414}" dt="2026-08-04T09:38:33.136" v="1867"/>
          <ac:spMkLst>
            <pc:docMk/>
            <pc:sldMk cId="0" sldId="258"/>
            <ac:spMk id="163" creationId="{2C8CF891-7602-6835-F9F6-162FFBE85E95}"/>
          </ac:spMkLst>
        </pc:spChg>
        <pc:spChg chg="mod">
          <ac:chgData name="Dave Idika" userId="70ea3614d7ae23b1" providerId="LiveId" clId="{705F800E-8469-4817-B8CB-EB853183F414}" dt="2026-08-04T09:41:54.430" v="1898"/>
          <ac:spMkLst>
            <pc:docMk/>
            <pc:sldMk cId="0" sldId="258"/>
            <ac:spMk id="175" creationId="{4CCB914B-AA58-B5FD-6D21-DCC30B858E8C}"/>
          </ac:spMkLst>
        </pc:spChg>
        <pc:spChg chg="mod">
          <ac:chgData name="Dave Idika" userId="70ea3614d7ae23b1" providerId="LiveId" clId="{705F800E-8469-4817-B8CB-EB853183F414}" dt="2026-08-04T09:41:54.430" v="1898"/>
          <ac:spMkLst>
            <pc:docMk/>
            <pc:sldMk cId="0" sldId="258"/>
            <ac:spMk id="176" creationId="{BB2BA634-F70B-470D-4150-7EEEEC801018}"/>
          </ac:spMkLst>
        </pc:spChg>
        <pc:spChg chg="mod">
          <ac:chgData name="Dave Idika" userId="70ea3614d7ae23b1" providerId="LiveId" clId="{705F800E-8469-4817-B8CB-EB853183F414}" dt="2026-08-04T09:41:54.430" v="1898"/>
          <ac:spMkLst>
            <pc:docMk/>
            <pc:sldMk cId="0" sldId="258"/>
            <ac:spMk id="178" creationId="{E6B90F87-C50F-C718-C77D-783F5E72A95F}"/>
          </ac:spMkLst>
        </pc:spChg>
        <pc:spChg chg="mod">
          <ac:chgData name="Dave Idika" userId="70ea3614d7ae23b1" providerId="LiveId" clId="{705F800E-8469-4817-B8CB-EB853183F414}" dt="2026-08-04T09:41:54.430" v="1898"/>
          <ac:spMkLst>
            <pc:docMk/>
            <pc:sldMk cId="0" sldId="258"/>
            <ac:spMk id="179" creationId="{FB2DA53A-20C7-97EC-24C2-172DCB7B8D18}"/>
          </ac:spMkLst>
        </pc:spChg>
        <pc:spChg chg="mod">
          <ac:chgData name="Dave Idika" userId="70ea3614d7ae23b1" providerId="LiveId" clId="{705F800E-8469-4817-B8CB-EB853183F414}" dt="2026-08-04T09:41:54.430" v="1898"/>
          <ac:spMkLst>
            <pc:docMk/>
            <pc:sldMk cId="0" sldId="258"/>
            <ac:spMk id="181" creationId="{AD2F6259-1876-2C69-014D-FBACD1B08632}"/>
          </ac:spMkLst>
        </pc:spChg>
        <pc:spChg chg="mod">
          <ac:chgData name="Dave Idika" userId="70ea3614d7ae23b1" providerId="LiveId" clId="{705F800E-8469-4817-B8CB-EB853183F414}" dt="2026-08-04T09:41:54.430" v="1898"/>
          <ac:spMkLst>
            <pc:docMk/>
            <pc:sldMk cId="0" sldId="258"/>
            <ac:spMk id="182" creationId="{50A94E6C-23C8-E292-2AD4-6DE44B3F75E2}"/>
          </ac:spMkLst>
        </pc:spChg>
        <pc:spChg chg="mod">
          <ac:chgData name="Dave Idika" userId="70ea3614d7ae23b1" providerId="LiveId" clId="{705F800E-8469-4817-B8CB-EB853183F414}" dt="2026-08-04T09:41:54.430" v="1898"/>
          <ac:spMkLst>
            <pc:docMk/>
            <pc:sldMk cId="0" sldId="258"/>
            <ac:spMk id="183" creationId="{4BC48D58-8EFB-5DF6-CF89-36DAEF576E6F}"/>
          </ac:spMkLst>
        </pc:spChg>
        <pc:spChg chg="mod">
          <ac:chgData name="Dave Idika" userId="70ea3614d7ae23b1" providerId="LiveId" clId="{705F800E-8469-4817-B8CB-EB853183F414}" dt="2026-08-04T09:41:54.430" v="1898"/>
          <ac:spMkLst>
            <pc:docMk/>
            <pc:sldMk cId="0" sldId="258"/>
            <ac:spMk id="184" creationId="{2064F49C-C283-07D3-550A-A0401F1B0F41}"/>
          </ac:spMkLst>
        </pc:spChg>
        <pc:spChg chg="mod">
          <ac:chgData name="Dave Idika" userId="70ea3614d7ae23b1" providerId="LiveId" clId="{705F800E-8469-4817-B8CB-EB853183F414}" dt="2026-08-04T09:41:54.430" v="1898"/>
          <ac:spMkLst>
            <pc:docMk/>
            <pc:sldMk cId="0" sldId="258"/>
            <ac:spMk id="185" creationId="{DFB66B59-AA83-7474-D747-5CF4EDB378E5}"/>
          </ac:spMkLst>
        </pc:spChg>
        <pc:spChg chg="mod">
          <ac:chgData name="Dave Idika" userId="70ea3614d7ae23b1" providerId="LiveId" clId="{705F800E-8469-4817-B8CB-EB853183F414}" dt="2026-08-04T09:41:54.430" v="1898"/>
          <ac:spMkLst>
            <pc:docMk/>
            <pc:sldMk cId="0" sldId="258"/>
            <ac:spMk id="186" creationId="{396E0673-AAD2-50EF-418D-ABA98ABBF906}"/>
          </ac:spMkLst>
        </pc:spChg>
        <pc:grpChg chg="add mod">
          <ac:chgData name="Dave Idika" userId="70ea3614d7ae23b1" providerId="LiveId" clId="{705F800E-8469-4817-B8CB-EB853183F414}" dt="2026-07-21T10:43:10.549" v="103" actId="164"/>
          <ac:grpSpMkLst>
            <pc:docMk/>
            <pc:sldMk cId="0" sldId="258"/>
            <ac:grpSpMk id="28" creationId="{91F8CE4A-1DFA-BEA2-0BEA-20B8BDE2DC25}"/>
          </ac:grpSpMkLst>
        </pc:grpChg>
        <pc:grpChg chg="add mod">
          <ac:chgData name="Dave Idika" userId="70ea3614d7ae23b1" providerId="LiveId" clId="{705F800E-8469-4817-B8CB-EB853183F414}" dt="2026-07-21T12:34:19.801" v="443" actId="164"/>
          <ac:grpSpMkLst>
            <pc:docMk/>
            <pc:sldMk cId="0" sldId="258"/>
            <ac:grpSpMk id="29" creationId="{5AF38154-5901-B0DB-FA1D-71A5E7BB0FCE}"/>
          </ac:grpSpMkLst>
        </pc:grpChg>
        <pc:grpChg chg="add mod">
          <ac:chgData name="Dave Idika" userId="70ea3614d7ae23b1" providerId="LiveId" clId="{705F800E-8469-4817-B8CB-EB853183F414}" dt="2026-08-03T13:13:43.020" v="1719" actId="164"/>
          <ac:grpSpMkLst>
            <pc:docMk/>
            <pc:sldMk cId="0" sldId="258"/>
            <ac:grpSpMk id="30" creationId="{E6AE7DC3-591A-6705-E3D2-76A7E8DE26A0}"/>
          </ac:grpSpMkLst>
        </pc:grpChg>
        <pc:grpChg chg="add mod">
          <ac:chgData name="Dave Idika" userId="70ea3614d7ae23b1" providerId="LiveId" clId="{705F800E-8469-4817-B8CB-EB853183F414}" dt="2026-08-03T10:21:54.531" v="1572" actId="962"/>
          <ac:grpSpMkLst>
            <pc:docMk/>
            <pc:sldMk cId="0" sldId="258"/>
            <ac:grpSpMk id="31" creationId="{A2816FB8-9577-F175-9E8C-59CDE9675128}"/>
          </ac:grpSpMkLst>
        </pc:grpChg>
        <pc:grpChg chg="add mod">
          <ac:chgData name="Dave Idika" userId="70ea3614d7ae23b1" providerId="LiveId" clId="{705F800E-8469-4817-B8CB-EB853183F414}" dt="2026-08-03T10:13:11.462" v="1525" actId="164"/>
          <ac:grpSpMkLst>
            <pc:docMk/>
            <pc:sldMk cId="0" sldId="258"/>
            <ac:grpSpMk id="32" creationId="{6D5AF493-9F91-5201-82AD-B33E72B56843}"/>
          </ac:grpSpMkLst>
        </pc:grpChg>
        <pc:grpChg chg="add mod">
          <ac:chgData name="Dave Idika" userId="70ea3614d7ae23b1" providerId="LiveId" clId="{705F800E-8469-4817-B8CB-EB853183F414}" dt="2026-08-03T10:13:11.462" v="1525" actId="164"/>
          <ac:grpSpMkLst>
            <pc:docMk/>
            <pc:sldMk cId="0" sldId="258"/>
            <ac:grpSpMk id="33" creationId="{AE480521-B28F-81F2-9216-4A47C8EC2215}"/>
          </ac:grpSpMkLst>
        </pc:grpChg>
        <pc:grpChg chg="add mod">
          <ac:chgData name="Dave Idika" userId="70ea3614d7ae23b1" providerId="LiveId" clId="{705F800E-8469-4817-B8CB-EB853183F414}" dt="2026-08-03T10:13:11.462" v="1525" actId="164"/>
          <ac:grpSpMkLst>
            <pc:docMk/>
            <pc:sldMk cId="0" sldId="258"/>
            <ac:grpSpMk id="34" creationId="{67CAD870-EA8A-79EB-60D3-AF6BBD3F669D}"/>
          </ac:grpSpMkLst>
        </pc:grpChg>
        <pc:grpChg chg="add mod">
          <ac:chgData name="Dave Idika" userId="70ea3614d7ae23b1" providerId="LiveId" clId="{705F800E-8469-4817-B8CB-EB853183F414}" dt="2026-08-03T10:13:11.462" v="1525" actId="164"/>
          <ac:grpSpMkLst>
            <pc:docMk/>
            <pc:sldMk cId="0" sldId="258"/>
            <ac:grpSpMk id="35" creationId="{F9BA50D9-F10D-CDAD-EEAA-C49121E844ED}"/>
          </ac:grpSpMkLst>
        </pc:grpChg>
        <pc:grpChg chg="add mod">
          <ac:chgData name="Dave Idika" userId="70ea3614d7ae23b1" providerId="LiveId" clId="{705F800E-8469-4817-B8CB-EB853183F414}" dt="2026-08-03T10:18:40.415" v="1552" actId="14100"/>
          <ac:grpSpMkLst>
            <pc:docMk/>
            <pc:sldMk cId="0" sldId="258"/>
            <ac:grpSpMk id="38" creationId="{02169876-21F2-F8FA-93C3-FF075F9567CC}"/>
          </ac:grpSpMkLst>
        </pc:grpChg>
        <pc:grpChg chg="mod">
          <ac:chgData name="Dave Idika" userId="70ea3614d7ae23b1" providerId="LiveId" clId="{705F800E-8469-4817-B8CB-EB853183F414}" dt="2026-08-03T13:18:51.616" v="1737" actId="164"/>
          <ac:grpSpMkLst>
            <pc:docMk/>
            <pc:sldMk cId="0" sldId="258"/>
            <ac:grpSpMk id="40" creationId="{44A4D27A-B544-07E3-3E86-040D102DB1D5}"/>
          </ac:grpSpMkLst>
        </pc:grpChg>
        <pc:grpChg chg="add mod modVis">
          <ac:chgData name="Dave Idika" userId="70ea3614d7ae23b1" providerId="LiveId" clId="{705F800E-8469-4817-B8CB-EB853183F414}" dt="2026-08-03T13:17:40.947" v="1730" actId="14429"/>
          <ac:grpSpMkLst>
            <pc:docMk/>
            <pc:sldMk cId="0" sldId="258"/>
            <ac:grpSpMk id="57" creationId="{23E5C001-9920-F075-E443-A9FD370E30E3}"/>
          </ac:grpSpMkLst>
        </pc:grpChg>
        <pc:grpChg chg="mod">
          <ac:chgData name="Dave Idika" userId="70ea3614d7ae23b1" providerId="LiveId" clId="{705F800E-8469-4817-B8CB-EB853183F414}" dt="2026-08-03T13:22:05.383" v="1750" actId="164"/>
          <ac:grpSpMkLst>
            <pc:docMk/>
            <pc:sldMk cId="0" sldId="258"/>
            <ac:grpSpMk id="60" creationId="{A4D99EEE-7158-978B-DE05-DD0F9F1458CA}"/>
          </ac:grpSpMkLst>
        </pc:grpChg>
        <pc:grpChg chg="add mod modVis">
          <ac:chgData name="Dave Idika" userId="70ea3614d7ae23b1" providerId="LiveId" clId="{705F800E-8469-4817-B8CB-EB853183F414}" dt="2026-08-03T13:20:58.143" v="1743" actId="14429"/>
          <ac:grpSpMkLst>
            <pc:docMk/>
            <pc:sldMk cId="0" sldId="258"/>
            <ac:grpSpMk id="77" creationId="{7BDEC73B-B584-9F4B-5145-7AB8DA5D7EE5}"/>
          </ac:grpSpMkLst>
        </pc:grpChg>
        <pc:grpChg chg="mod">
          <ac:chgData name="Dave Idika" userId="70ea3614d7ae23b1" providerId="LiveId" clId="{705F800E-8469-4817-B8CB-EB853183F414}" dt="2026-08-03T13:22:28.509" v="1755" actId="164"/>
          <ac:grpSpMkLst>
            <pc:docMk/>
            <pc:sldMk cId="0" sldId="258"/>
            <ac:grpSpMk id="80" creationId="{4115FBD2-ECAC-C949-6FEB-66BEA21A8561}"/>
          </ac:grpSpMkLst>
        </pc:grpChg>
        <pc:grpChg chg="add mod modVis">
          <ac:chgData name="Dave Idika" userId="70ea3614d7ae23b1" providerId="LiveId" clId="{705F800E-8469-4817-B8CB-EB853183F414}" dt="2026-08-03T13:22:17.125" v="1752" actId="14429"/>
          <ac:grpSpMkLst>
            <pc:docMk/>
            <pc:sldMk cId="0" sldId="258"/>
            <ac:grpSpMk id="97" creationId="{471A7CD1-816A-1B35-6ADF-72A72B9A34D2}"/>
          </ac:grpSpMkLst>
        </pc:grpChg>
        <pc:grpChg chg="add mod ord modVis">
          <ac:chgData name="Dave Idika" userId="70ea3614d7ae23b1" providerId="LiveId" clId="{705F800E-8469-4817-B8CB-EB853183F414}" dt="2026-08-04T09:33:36.786" v="1857" actId="14429"/>
          <ac:grpSpMkLst>
            <pc:docMk/>
            <pc:sldMk cId="0" sldId="258"/>
            <ac:grpSpMk id="100" creationId="{8BBA7DF2-953C-87AA-A27D-1A549627B1EA}"/>
          </ac:grpSpMkLst>
        </pc:grpChg>
        <pc:grpChg chg="add mod">
          <ac:chgData name="Dave Idika" userId="70ea3614d7ae23b1" providerId="LiveId" clId="{705F800E-8469-4817-B8CB-EB853183F414}" dt="2026-08-03T13:18:37.763" v="1733" actId="164"/>
          <ac:grpSpMkLst>
            <pc:docMk/>
            <pc:sldMk cId="0" sldId="258"/>
            <ac:grpSpMk id="101" creationId="{2D9C20E8-DD4B-2E48-7E6B-7D5F4663D128}"/>
          </ac:grpSpMkLst>
        </pc:grpChg>
        <pc:grpChg chg="add mod">
          <ac:chgData name="Dave Idika" userId="70ea3614d7ae23b1" providerId="LiveId" clId="{705F800E-8469-4817-B8CB-EB853183F414}" dt="2026-08-03T13:18:44.871" v="1735" actId="338"/>
          <ac:grpSpMkLst>
            <pc:docMk/>
            <pc:sldMk cId="0" sldId="258"/>
            <ac:grpSpMk id="102" creationId="{CCBAABF2-A2F9-BBF0-1BD0-416B4F3687C7}"/>
          </ac:grpSpMkLst>
        </pc:grpChg>
        <pc:grpChg chg="add del mod modVis">
          <ac:chgData name="Dave Idika" userId="70ea3614d7ae23b1" providerId="LiveId" clId="{705F800E-8469-4817-B8CB-EB853183F414}" dt="2026-08-04T09:21:32.732" v="1780" actId="478"/>
          <ac:grpSpMkLst>
            <pc:docMk/>
            <pc:sldMk cId="0" sldId="258"/>
            <ac:grpSpMk id="103" creationId="{4982376C-0C40-0C33-B203-0439CE108464}"/>
          </ac:grpSpMkLst>
        </pc:grpChg>
        <pc:grpChg chg="add del mod modVis">
          <ac:chgData name="Dave Idika" userId="70ea3614d7ae23b1" providerId="LiveId" clId="{705F800E-8469-4817-B8CB-EB853183F414}" dt="2026-08-04T09:18:59.358" v="1779" actId="478"/>
          <ac:grpSpMkLst>
            <pc:docMk/>
            <pc:sldMk cId="0" sldId="258"/>
            <ac:grpSpMk id="104" creationId="{4FE4DF53-88D6-3C07-2CB6-114C5B2F3239}"/>
          </ac:grpSpMkLst>
        </pc:grpChg>
        <pc:grpChg chg="add del mod modVis">
          <ac:chgData name="Dave Idika" userId="70ea3614d7ae23b1" providerId="LiveId" clId="{705F800E-8469-4817-B8CB-EB853183F414}" dt="2026-08-04T09:18:47.865" v="1776" actId="478"/>
          <ac:grpSpMkLst>
            <pc:docMk/>
            <pc:sldMk cId="0" sldId="258"/>
            <ac:grpSpMk id="105" creationId="{AF48773D-BA61-E01D-809E-603DCDFE8D52}"/>
          </ac:grpSpMkLst>
        </pc:grpChg>
        <pc:grpChg chg="mod">
          <ac:chgData name="Dave Idika" userId="70ea3614d7ae23b1" providerId="LiveId" clId="{705F800E-8469-4817-B8CB-EB853183F414}" dt="2026-08-04T09:24:29.880" v="1799" actId="164"/>
          <ac:grpSpMkLst>
            <pc:docMk/>
            <pc:sldMk cId="0" sldId="258"/>
            <ac:grpSpMk id="108" creationId="{15AB4119-0611-BBD0-9162-7AD9A2755171}"/>
          </ac:grpSpMkLst>
        </pc:grpChg>
        <pc:grpChg chg="add mod modVis">
          <ac:chgData name="Dave Idika" userId="70ea3614d7ae23b1" providerId="LiveId" clId="{705F800E-8469-4817-B8CB-EB853183F414}" dt="2026-08-04T09:44:12.639" v="1915" actId="14429"/>
          <ac:grpSpMkLst>
            <pc:docMk/>
            <pc:sldMk cId="0" sldId="258"/>
            <ac:grpSpMk id="125" creationId="{1CE17E67-C926-28DA-A0A6-5448D646A6F0}"/>
          </ac:grpSpMkLst>
        </pc:grpChg>
        <pc:grpChg chg="mod">
          <ac:chgData name="Dave Idika" userId="70ea3614d7ae23b1" providerId="LiveId" clId="{705F800E-8469-4817-B8CB-EB853183F414}" dt="2026-08-04T09:28:49.277" v="1822" actId="164"/>
          <ac:grpSpMkLst>
            <pc:docMk/>
            <pc:sldMk cId="0" sldId="258"/>
            <ac:grpSpMk id="130" creationId="{379C39EF-BB21-5E29-4ACA-0DC491578DD0}"/>
          </ac:grpSpMkLst>
        </pc:grpChg>
        <pc:grpChg chg="add del mod modVis">
          <ac:chgData name="Dave Idika" userId="70ea3614d7ae23b1" providerId="LiveId" clId="{705F800E-8469-4817-B8CB-EB853183F414}" dt="2026-08-04T09:31:45.171" v="1843" actId="478"/>
          <ac:grpSpMkLst>
            <pc:docMk/>
            <pc:sldMk cId="0" sldId="258"/>
            <ac:grpSpMk id="147" creationId="{3F64A04B-DFEF-1534-8616-D63D7D380D14}"/>
          </ac:grpSpMkLst>
        </pc:grpChg>
        <pc:grpChg chg="mod">
          <ac:chgData name="Dave Idika" userId="70ea3614d7ae23b1" providerId="LiveId" clId="{705F800E-8469-4817-B8CB-EB853183F414}" dt="2026-08-04T09:40:14.399" v="1879" actId="164"/>
          <ac:grpSpMkLst>
            <pc:docMk/>
            <pc:sldMk cId="0" sldId="258"/>
            <ac:grpSpMk id="148" creationId="{0F02466A-251A-828E-7262-493BD0928032}"/>
          </ac:grpSpMkLst>
        </pc:grpChg>
        <pc:grpChg chg="add mod modVis">
          <ac:chgData name="Dave Idika" userId="70ea3614d7ae23b1" providerId="LiveId" clId="{705F800E-8469-4817-B8CB-EB853183F414}" dt="2026-08-04T09:44:10.660" v="1914" actId="14429"/>
          <ac:grpSpMkLst>
            <pc:docMk/>
            <pc:sldMk cId="0" sldId="258"/>
            <ac:grpSpMk id="169" creationId="{0DB29EC3-8BA5-A3F0-E491-246D07DF8284}"/>
          </ac:grpSpMkLst>
        </pc:grpChg>
        <pc:grpChg chg="add mod">
          <ac:chgData name="Dave Idika" userId="70ea3614d7ae23b1" providerId="LiveId" clId="{705F800E-8469-4817-B8CB-EB853183F414}" dt="2026-08-04T09:43:53.045" v="1913" actId="962"/>
          <ac:grpSpMkLst>
            <pc:docMk/>
            <pc:sldMk cId="0" sldId="258"/>
            <ac:grpSpMk id="193" creationId="{1542F731-CCFA-CA24-F408-1B5140A17595}"/>
          </ac:grpSpMkLst>
        </pc:grpChg>
        <pc:picChg chg="add del mod">
          <ac:chgData name="Dave Idika" userId="70ea3614d7ae23b1" providerId="LiveId" clId="{705F800E-8469-4817-B8CB-EB853183F414}" dt="2026-08-03T13:12:29.153" v="1711" actId="478"/>
          <ac:picMkLst>
            <pc:docMk/>
            <pc:sldMk cId="0" sldId="258"/>
            <ac:picMk id="37" creationId="{A8B5D77F-1D41-7EFA-BC81-9CD99B733E58}"/>
          </ac:picMkLst>
        </pc:picChg>
        <pc:picChg chg="add mod">
          <ac:chgData name="Dave Idika" userId="70ea3614d7ae23b1" providerId="LiveId" clId="{705F800E-8469-4817-B8CB-EB853183F414}" dt="2026-08-03T13:18:51.616" v="1737" actId="164"/>
          <ac:picMkLst>
            <pc:docMk/>
            <pc:sldMk cId="0" sldId="258"/>
            <ac:picMk id="39" creationId="{49F65A18-BA6E-46AE-153D-E23FCD65A0E7}"/>
          </ac:picMkLst>
        </pc:picChg>
        <pc:picChg chg="add mod">
          <ac:chgData name="Dave Idika" userId="70ea3614d7ae23b1" providerId="LiveId" clId="{705F800E-8469-4817-B8CB-EB853183F414}" dt="2026-08-03T13:22:05.383" v="1750" actId="164"/>
          <ac:picMkLst>
            <pc:docMk/>
            <pc:sldMk cId="0" sldId="258"/>
            <ac:picMk id="59" creationId="{FF17FF5D-2CB0-93E0-E01E-C4DC2CD7EF8A}"/>
          </ac:picMkLst>
        </pc:picChg>
        <pc:picChg chg="add mod">
          <ac:chgData name="Dave Idika" userId="70ea3614d7ae23b1" providerId="LiveId" clId="{705F800E-8469-4817-B8CB-EB853183F414}" dt="2026-08-03T13:22:28.509" v="1755" actId="164"/>
          <ac:picMkLst>
            <pc:docMk/>
            <pc:sldMk cId="0" sldId="258"/>
            <ac:picMk id="79" creationId="{FD1C7273-F745-9F68-6C5B-0B7522E2C583}"/>
          </ac:picMkLst>
        </pc:picChg>
        <pc:picChg chg="add mod">
          <ac:chgData name="Dave Idika" userId="70ea3614d7ae23b1" providerId="LiveId" clId="{705F800E-8469-4817-B8CB-EB853183F414}" dt="2026-08-03T13:13:43.020" v="1719" actId="164"/>
          <ac:picMkLst>
            <pc:docMk/>
            <pc:sldMk cId="0" sldId="258"/>
            <ac:picMk id="99" creationId="{C020E23F-8DC7-4022-6B4F-CB2BD242D8D1}"/>
          </ac:picMkLst>
        </pc:picChg>
        <pc:picChg chg="add mod">
          <ac:chgData name="Dave Idika" userId="70ea3614d7ae23b1" providerId="LiveId" clId="{705F800E-8469-4817-B8CB-EB853183F414}" dt="2026-08-04T09:24:29.880" v="1799" actId="164"/>
          <ac:picMkLst>
            <pc:docMk/>
            <pc:sldMk cId="0" sldId="258"/>
            <ac:picMk id="107" creationId="{259FBD67-4D07-E4CD-EBF8-573A6AF646D8}"/>
          </ac:picMkLst>
        </pc:picChg>
        <pc:picChg chg="add del">
          <ac:chgData name="Dave Idika" userId="70ea3614d7ae23b1" providerId="LiveId" clId="{705F800E-8469-4817-B8CB-EB853183F414}" dt="2026-08-04T09:28:06.595" v="1817" actId="22"/>
          <ac:picMkLst>
            <pc:docMk/>
            <pc:sldMk cId="0" sldId="258"/>
            <ac:picMk id="127" creationId="{F931ACB9-ECB7-79AD-AE79-9937F6585F4F}"/>
          </ac:picMkLst>
        </pc:picChg>
        <pc:picChg chg="add mod">
          <ac:chgData name="Dave Idika" userId="70ea3614d7ae23b1" providerId="LiveId" clId="{705F800E-8469-4817-B8CB-EB853183F414}" dt="2026-08-04T09:28:49.277" v="1822" actId="164"/>
          <ac:picMkLst>
            <pc:docMk/>
            <pc:sldMk cId="0" sldId="258"/>
            <ac:picMk id="129" creationId="{D3C90658-E231-2299-CB38-209E41D024F9}"/>
          </ac:picMkLst>
        </pc:picChg>
        <pc:picChg chg="add del">
          <ac:chgData name="Dave Idika" userId="70ea3614d7ae23b1" providerId="LiveId" clId="{705F800E-8469-4817-B8CB-EB853183F414}" dt="2026-08-04T09:39:45.474" v="1875" actId="22"/>
          <ac:picMkLst>
            <pc:docMk/>
            <pc:sldMk cId="0" sldId="258"/>
            <ac:picMk id="166" creationId="{845DEE71-6A3C-8393-2D1F-F6A9FF349D1E}"/>
          </ac:picMkLst>
        </pc:picChg>
        <pc:picChg chg="add mod">
          <ac:chgData name="Dave Idika" userId="70ea3614d7ae23b1" providerId="LiveId" clId="{705F800E-8469-4817-B8CB-EB853183F414}" dt="2026-08-04T09:40:14.399" v="1879" actId="164"/>
          <ac:picMkLst>
            <pc:docMk/>
            <pc:sldMk cId="0" sldId="258"/>
            <ac:picMk id="168" creationId="{565F4CE4-17DD-208F-767C-33B197B5BE90}"/>
          </ac:picMkLst>
        </pc:picChg>
        <pc:picChg chg="add mod">
          <ac:chgData name="Dave Idika" userId="70ea3614d7ae23b1" providerId="LiveId" clId="{705F800E-8469-4817-B8CB-EB853183F414}" dt="2026-08-04T09:43:40.568" v="1912" actId="164"/>
          <ac:picMkLst>
            <pc:docMk/>
            <pc:sldMk cId="0" sldId="258"/>
            <ac:picMk id="188" creationId="{D68F59F5-CA2C-EC35-DB6C-D944F777AC78}"/>
          </ac:picMkLst>
        </pc:picChg>
        <pc:picChg chg="add del">
          <ac:chgData name="Dave Idika" userId="70ea3614d7ae23b1" providerId="LiveId" clId="{705F800E-8469-4817-B8CB-EB853183F414}" dt="2026-08-04T09:43:25.072" v="1908" actId="22"/>
          <ac:picMkLst>
            <pc:docMk/>
            <pc:sldMk cId="0" sldId="258"/>
            <ac:picMk id="190" creationId="{9083C97A-2C25-8251-F899-F7623E445A3E}"/>
          </ac:picMkLst>
        </pc:picChg>
        <pc:picChg chg="add mod">
          <ac:chgData name="Dave Idika" userId="70ea3614d7ae23b1" providerId="LiveId" clId="{705F800E-8469-4817-B8CB-EB853183F414}" dt="2026-08-04T09:43:40.568" v="1912" actId="164"/>
          <ac:picMkLst>
            <pc:docMk/>
            <pc:sldMk cId="0" sldId="258"/>
            <ac:picMk id="192" creationId="{A8035A25-2379-CE20-4761-39CD084ADE13}"/>
          </ac:picMkLst>
        </pc:picChg>
      </pc:sldChg>
      <pc:sldChg chg="addSp delSp modSp mod modAnim">
        <pc:chgData name="Dave Idika" userId="70ea3614d7ae23b1" providerId="LiveId" clId="{705F800E-8469-4817-B8CB-EB853183F414}" dt="2026-08-04T11:07:17.585" v="2271" actId="14429"/>
        <pc:sldMkLst>
          <pc:docMk/>
          <pc:sldMk cId="0" sldId="259"/>
        </pc:sldMkLst>
        <pc:spChg chg="mod">
          <ac:chgData name="Dave Idika" userId="70ea3614d7ae23b1" providerId="LiveId" clId="{705F800E-8469-4817-B8CB-EB853183F414}" dt="2026-07-22T10:14:54.570" v="996" actId="403"/>
          <ac:spMkLst>
            <pc:docMk/>
            <pc:sldMk cId="0" sldId="259"/>
            <ac:spMk id="2" creationId="{00000000-0000-0000-0000-000000000000}"/>
          </ac:spMkLst>
        </pc:spChg>
        <pc:spChg chg="mod">
          <ac:chgData name="Dave Idika" userId="70ea3614d7ae23b1" providerId="LiveId" clId="{705F800E-8469-4817-B8CB-EB853183F414}" dt="2026-08-03T10:42:00.712" v="1669" actId="1076"/>
          <ac:spMkLst>
            <pc:docMk/>
            <pc:sldMk cId="0" sldId="259"/>
            <ac:spMk id="3" creationId="{00000000-0000-0000-0000-000000000000}"/>
          </ac:spMkLst>
        </pc:spChg>
        <pc:spChg chg="mod">
          <ac:chgData name="Dave Idika" userId="70ea3614d7ae23b1" providerId="LiveId" clId="{705F800E-8469-4817-B8CB-EB853183F414}" dt="2026-07-21T12:27:00.152" v="354"/>
          <ac:spMkLst>
            <pc:docMk/>
            <pc:sldMk cId="0" sldId="259"/>
            <ac:spMk id="17" creationId="{00000000-0000-0000-0000-000000000000}"/>
          </ac:spMkLst>
        </pc:spChg>
        <pc:spChg chg="mod">
          <ac:chgData name="Dave Idika" userId="70ea3614d7ae23b1" providerId="LiveId" clId="{705F800E-8469-4817-B8CB-EB853183F414}" dt="2026-07-22T10:16:32.360" v="1035" actId="403"/>
          <ac:spMkLst>
            <pc:docMk/>
            <pc:sldMk cId="0" sldId="259"/>
            <ac:spMk id="18" creationId="{00000000-0000-0000-0000-000000000000}"/>
          </ac:spMkLst>
        </pc:spChg>
        <pc:spChg chg="mod">
          <ac:chgData name="Dave Idika" userId="70ea3614d7ae23b1" providerId="LiveId" clId="{705F800E-8469-4817-B8CB-EB853183F414}" dt="2026-07-22T10:16:40.314" v="1037" actId="403"/>
          <ac:spMkLst>
            <pc:docMk/>
            <pc:sldMk cId="0" sldId="259"/>
            <ac:spMk id="19" creationId="{00000000-0000-0000-0000-000000000000}"/>
          </ac:spMkLst>
        </pc:spChg>
        <pc:spChg chg="mod">
          <ac:chgData name="Dave Idika" userId="70ea3614d7ae23b1" providerId="LiveId" clId="{705F800E-8469-4817-B8CB-EB853183F414}" dt="2026-07-22T10:17:12.335" v="1041" actId="403"/>
          <ac:spMkLst>
            <pc:docMk/>
            <pc:sldMk cId="0" sldId="259"/>
            <ac:spMk id="20" creationId="{00000000-0000-0000-0000-000000000000}"/>
          </ac:spMkLst>
        </pc:spChg>
        <pc:spChg chg="mod">
          <ac:chgData name="Dave Idika" userId="70ea3614d7ae23b1" providerId="LiveId" clId="{705F800E-8469-4817-B8CB-EB853183F414}" dt="2026-07-21T12:27:00.152" v="354"/>
          <ac:spMkLst>
            <pc:docMk/>
            <pc:sldMk cId="0" sldId="259"/>
            <ac:spMk id="21" creationId="{00000000-0000-0000-0000-000000000000}"/>
          </ac:spMkLst>
        </pc:spChg>
        <pc:spChg chg="add mod">
          <ac:chgData name="Dave Idika" userId="70ea3614d7ae23b1" providerId="LiveId" clId="{705F800E-8469-4817-B8CB-EB853183F414}" dt="2026-08-03T10:36:31.433" v="1665"/>
          <ac:spMkLst>
            <pc:docMk/>
            <pc:sldMk cId="0" sldId="259"/>
            <ac:spMk id="41" creationId="{8AF92A11-6E75-710D-02E7-8543A58947C4}"/>
          </ac:spMkLst>
        </pc:spChg>
        <pc:spChg chg="add mod">
          <ac:chgData name="Dave Idika" userId="70ea3614d7ae23b1" providerId="LiveId" clId="{705F800E-8469-4817-B8CB-EB853183F414}" dt="2026-08-03T10:36:31.433" v="1665"/>
          <ac:spMkLst>
            <pc:docMk/>
            <pc:sldMk cId="0" sldId="259"/>
            <ac:spMk id="42" creationId="{EC4402C5-3857-5738-8DD1-577669EC34D4}"/>
          </ac:spMkLst>
        </pc:spChg>
        <pc:spChg chg="add mod">
          <ac:chgData name="Dave Idika" userId="70ea3614d7ae23b1" providerId="LiveId" clId="{705F800E-8469-4817-B8CB-EB853183F414}" dt="2026-08-03T10:36:31.433" v="1665"/>
          <ac:spMkLst>
            <pc:docMk/>
            <pc:sldMk cId="0" sldId="259"/>
            <ac:spMk id="45" creationId="{E0777307-3E5A-8FCB-A7D3-690595053CF4}"/>
          </ac:spMkLst>
        </pc:spChg>
        <pc:spChg chg="add mod">
          <ac:chgData name="Dave Idika" userId="70ea3614d7ae23b1" providerId="LiveId" clId="{705F800E-8469-4817-B8CB-EB853183F414}" dt="2026-08-03T10:36:31.433" v="1665"/>
          <ac:spMkLst>
            <pc:docMk/>
            <pc:sldMk cId="0" sldId="259"/>
            <ac:spMk id="46" creationId="{C7059566-A601-7963-AFE2-7029240C885B}"/>
          </ac:spMkLst>
        </pc:spChg>
        <pc:spChg chg="add mod">
          <ac:chgData name="Dave Idika" userId="70ea3614d7ae23b1" providerId="LiveId" clId="{705F800E-8469-4817-B8CB-EB853183F414}" dt="2026-08-03T10:36:31.433" v="1665"/>
          <ac:spMkLst>
            <pc:docMk/>
            <pc:sldMk cId="0" sldId="259"/>
            <ac:spMk id="48" creationId="{5D81E541-8522-E03F-1F25-5E2905387055}"/>
          </ac:spMkLst>
        </pc:spChg>
        <pc:spChg chg="add mod">
          <ac:chgData name="Dave Idika" userId="70ea3614d7ae23b1" providerId="LiveId" clId="{705F800E-8469-4817-B8CB-EB853183F414}" dt="2026-08-03T10:36:31.433" v="1665"/>
          <ac:spMkLst>
            <pc:docMk/>
            <pc:sldMk cId="0" sldId="259"/>
            <ac:spMk id="53" creationId="{2AB73B39-228D-6201-C362-DE5655E2B65B}"/>
          </ac:spMkLst>
        </pc:spChg>
        <pc:spChg chg="add mod">
          <ac:chgData name="Dave Idika" userId="70ea3614d7ae23b1" providerId="LiveId" clId="{705F800E-8469-4817-B8CB-EB853183F414}" dt="2026-08-03T10:36:31.433" v="1665"/>
          <ac:spMkLst>
            <pc:docMk/>
            <pc:sldMk cId="0" sldId="259"/>
            <ac:spMk id="54" creationId="{FB917636-1DAD-0040-4BD0-4B91C394494B}"/>
          </ac:spMkLst>
        </pc:spChg>
        <pc:spChg chg="add mod">
          <ac:chgData name="Dave Idika" userId="70ea3614d7ae23b1" providerId="LiveId" clId="{705F800E-8469-4817-B8CB-EB853183F414}" dt="2026-08-03T10:36:31.433" v="1665"/>
          <ac:spMkLst>
            <pc:docMk/>
            <pc:sldMk cId="0" sldId="259"/>
            <ac:spMk id="60" creationId="{0E3181C6-206B-4C7F-AE46-ACDB7AC8B1CE}"/>
          </ac:spMkLst>
        </pc:spChg>
        <pc:spChg chg="add mod">
          <ac:chgData name="Dave Idika" userId="70ea3614d7ae23b1" providerId="LiveId" clId="{705F800E-8469-4817-B8CB-EB853183F414}" dt="2026-08-03T10:36:31.433" v="1665"/>
          <ac:spMkLst>
            <pc:docMk/>
            <pc:sldMk cId="0" sldId="259"/>
            <ac:spMk id="64" creationId="{A363FC72-A204-4A87-B41D-5B8A018AF60E}"/>
          </ac:spMkLst>
        </pc:spChg>
        <pc:spChg chg="add mod">
          <ac:chgData name="Dave Idika" userId="70ea3614d7ae23b1" providerId="LiveId" clId="{705F800E-8469-4817-B8CB-EB853183F414}" dt="2026-08-03T10:36:31.433" v="1665"/>
          <ac:spMkLst>
            <pc:docMk/>
            <pc:sldMk cId="0" sldId="259"/>
            <ac:spMk id="66" creationId="{CF6A02FB-5415-7FE5-9948-258E30810F45}"/>
          </ac:spMkLst>
        </pc:spChg>
        <pc:spChg chg="add mod">
          <ac:chgData name="Dave Idika" userId="70ea3614d7ae23b1" providerId="LiveId" clId="{705F800E-8469-4817-B8CB-EB853183F414}" dt="2026-08-03T10:51:05.693" v="1677"/>
          <ac:spMkLst>
            <pc:docMk/>
            <pc:sldMk cId="0" sldId="259"/>
            <ac:spMk id="70" creationId="{469FD811-FFCA-7ABE-A25E-F98768656E61}"/>
          </ac:spMkLst>
        </pc:spChg>
        <pc:spChg chg="add mod">
          <ac:chgData name="Dave Idika" userId="70ea3614d7ae23b1" providerId="LiveId" clId="{705F800E-8469-4817-B8CB-EB853183F414}" dt="2026-08-03T10:52:36.562" v="1685"/>
          <ac:spMkLst>
            <pc:docMk/>
            <pc:sldMk cId="0" sldId="259"/>
            <ac:spMk id="73" creationId="{469FD811-FFCA-7ABE-A25E-F98768656E61}"/>
          </ac:spMkLst>
        </pc:spChg>
        <pc:spChg chg="add mod">
          <ac:chgData name="Dave Idika" userId="70ea3614d7ae23b1" providerId="LiveId" clId="{705F800E-8469-4817-B8CB-EB853183F414}" dt="2026-08-04T10:14:17.829" v="2089" actId="164"/>
          <ac:spMkLst>
            <pc:docMk/>
            <pc:sldMk cId="0" sldId="259"/>
            <ac:spMk id="82" creationId="{98FE1F1A-E770-3E9B-93BA-E47EF319C9A8}"/>
          </ac:spMkLst>
        </pc:spChg>
        <pc:spChg chg="mod">
          <ac:chgData name="Dave Idika" userId="70ea3614d7ae23b1" providerId="LiveId" clId="{705F800E-8469-4817-B8CB-EB853183F414}" dt="2026-08-04T09:50:23.257" v="2049" actId="403"/>
          <ac:spMkLst>
            <pc:docMk/>
            <pc:sldMk cId="0" sldId="259"/>
            <ac:spMk id="85" creationId="{6BB146DD-0468-17BA-E8FB-0567EB88F176}"/>
          </ac:spMkLst>
        </pc:spChg>
        <pc:spChg chg="add mod">
          <ac:chgData name="Dave Idika" userId="70ea3614d7ae23b1" providerId="LiveId" clId="{705F800E-8469-4817-B8CB-EB853183F414}" dt="2026-08-04T10:14:17.829" v="2089" actId="164"/>
          <ac:spMkLst>
            <pc:docMk/>
            <pc:sldMk cId="0" sldId="259"/>
            <ac:spMk id="86" creationId="{26AE0664-83D8-2A75-3BBF-AB9D627E613D}"/>
          </ac:spMkLst>
        </pc:spChg>
        <pc:spChg chg="mod">
          <ac:chgData name="Dave Idika" userId="70ea3614d7ae23b1" providerId="LiveId" clId="{705F800E-8469-4817-B8CB-EB853183F414}" dt="2026-08-04T09:50:37.933" v="2057" actId="403"/>
          <ac:spMkLst>
            <pc:docMk/>
            <pc:sldMk cId="0" sldId="259"/>
            <ac:spMk id="87" creationId="{8DCCE484-12A9-9671-67C7-80291BF2C6BE}"/>
          </ac:spMkLst>
        </pc:spChg>
        <pc:spChg chg="add mod">
          <ac:chgData name="Dave Idika" userId="70ea3614d7ae23b1" providerId="LiveId" clId="{705F800E-8469-4817-B8CB-EB853183F414}" dt="2026-08-04T10:14:17.829" v="2089" actId="164"/>
          <ac:spMkLst>
            <pc:docMk/>
            <pc:sldMk cId="0" sldId="259"/>
            <ac:spMk id="89" creationId="{34602F92-720E-9D0C-3F41-A5E99D619BE2}"/>
          </ac:spMkLst>
        </pc:spChg>
        <pc:spChg chg="mod">
          <ac:chgData name="Dave Idika" userId="70ea3614d7ae23b1" providerId="LiveId" clId="{705F800E-8469-4817-B8CB-EB853183F414}" dt="2026-08-04T09:49:56.442" v="2027" actId="403"/>
          <ac:spMkLst>
            <pc:docMk/>
            <pc:sldMk cId="0" sldId="259"/>
            <ac:spMk id="94" creationId="{96DB8F4C-3485-4A4B-E962-D805DD67202E}"/>
          </ac:spMkLst>
        </pc:spChg>
        <pc:spChg chg="mod">
          <ac:chgData name="Dave Idika" userId="70ea3614d7ae23b1" providerId="LiveId" clId="{705F800E-8469-4817-B8CB-EB853183F414}" dt="2026-08-04T09:50:01.705" v="2030" actId="403"/>
          <ac:spMkLst>
            <pc:docMk/>
            <pc:sldMk cId="0" sldId="259"/>
            <ac:spMk id="95" creationId="{E0777307-3E5A-8FCB-A7D3-690595053CF4}"/>
          </ac:spMkLst>
        </pc:spChg>
        <pc:spChg chg="mod">
          <ac:chgData name="Dave Idika" userId="70ea3614d7ae23b1" providerId="LiveId" clId="{705F800E-8469-4817-B8CB-EB853183F414}" dt="2026-08-04T09:50:08.540" v="2035" actId="404"/>
          <ac:spMkLst>
            <pc:docMk/>
            <pc:sldMk cId="0" sldId="259"/>
            <ac:spMk id="96" creationId="{C7059566-A601-7963-AFE2-7029240C885B}"/>
          </ac:spMkLst>
        </pc:spChg>
        <pc:spChg chg="mod">
          <ac:chgData name="Dave Idika" userId="70ea3614d7ae23b1" providerId="LiveId" clId="{705F800E-8469-4817-B8CB-EB853183F414}" dt="2026-08-04T09:50:16.886" v="2043" actId="404"/>
          <ac:spMkLst>
            <pc:docMk/>
            <pc:sldMk cId="0" sldId="259"/>
            <ac:spMk id="98" creationId="{5D81E541-8522-E03F-1F25-5E2905387055}"/>
          </ac:spMkLst>
        </pc:spChg>
        <pc:spChg chg="add mod">
          <ac:chgData name="Dave Idika" userId="70ea3614d7ae23b1" providerId="LiveId" clId="{705F800E-8469-4817-B8CB-EB853183F414}" dt="2026-08-04T10:14:17.829" v="2089" actId="164"/>
          <ac:spMkLst>
            <pc:docMk/>
            <pc:sldMk cId="0" sldId="259"/>
            <ac:spMk id="100" creationId="{DAD29EF8-8D73-AC70-4A11-B3B71C30D25A}"/>
          </ac:spMkLst>
        </pc:spChg>
        <pc:spChg chg="add mod">
          <ac:chgData name="Dave Idika" userId="70ea3614d7ae23b1" providerId="LiveId" clId="{705F800E-8469-4817-B8CB-EB853183F414}" dt="2026-08-04T10:14:17.829" v="2089" actId="164"/>
          <ac:spMkLst>
            <pc:docMk/>
            <pc:sldMk cId="0" sldId="259"/>
            <ac:spMk id="103" creationId="{2AB73B39-228D-6201-C362-DE5655E2B65B}"/>
          </ac:spMkLst>
        </pc:spChg>
        <pc:spChg chg="mod">
          <ac:chgData name="Dave Idika" userId="70ea3614d7ae23b1" providerId="LiveId" clId="{705F800E-8469-4817-B8CB-EB853183F414}" dt="2026-08-04T09:49:24.839" v="2013" actId="403"/>
          <ac:spMkLst>
            <pc:docMk/>
            <pc:sldMk cId="0" sldId="259"/>
            <ac:spMk id="104" creationId="{FB917636-1DAD-0040-4BD0-4B91C394494B}"/>
          </ac:spMkLst>
        </pc:spChg>
        <pc:spChg chg="add mod">
          <ac:chgData name="Dave Idika" userId="70ea3614d7ae23b1" providerId="LiveId" clId="{705F800E-8469-4817-B8CB-EB853183F414}" dt="2026-08-04T10:14:17.829" v="2089" actId="164"/>
          <ac:spMkLst>
            <pc:docMk/>
            <pc:sldMk cId="0" sldId="259"/>
            <ac:spMk id="105" creationId="{F888546A-A3A6-BB14-4CD1-8CAD1DF3613F}"/>
          </ac:spMkLst>
        </pc:spChg>
        <pc:spChg chg="mod">
          <ac:chgData name="Dave Idika" userId="70ea3614d7ae23b1" providerId="LiveId" clId="{705F800E-8469-4817-B8CB-EB853183F414}" dt="2026-08-04T09:49:45.464" v="2020" actId="403"/>
          <ac:spMkLst>
            <pc:docMk/>
            <pc:sldMk cId="0" sldId="259"/>
            <ac:spMk id="107" creationId="{B4818F9A-2C59-ACFF-32A2-520B88348940}"/>
          </ac:spMkLst>
        </pc:spChg>
        <pc:spChg chg="add mod">
          <ac:chgData name="Dave Idika" userId="70ea3614d7ae23b1" providerId="LiveId" clId="{705F800E-8469-4817-B8CB-EB853183F414}" dt="2026-08-04T10:14:17.829" v="2089" actId="164"/>
          <ac:spMkLst>
            <pc:docMk/>
            <pc:sldMk cId="0" sldId="259"/>
            <ac:spMk id="109" creationId="{1A05D0D8-98D7-29D3-2D03-6E1935BFAE62}"/>
          </ac:spMkLst>
        </pc:spChg>
        <pc:spChg chg="mod">
          <ac:chgData name="Dave Idika" userId="70ea3614d7ae23b1" providerId="LiveId" clId="{705F800E-8469-4817-B8CB-EB853183F414}" dt="2026-08-04T09:48:38.125" v="1987" actId="404"/>
          <ac:spMkLst>
            <pc:docMk/>
            <pc:sldMk cId="0" sldId="259"/>
            <ac:spMk id="112" creationId="{70CC9A94-F778-C350-8788-6907EE57F2D0}"/>
          </ac:spMkLst>
        </pc:spChg>
        <pc:spChg chg="add mod">
          <ac:chgData name="Dave Idika" userId="70ea3614d7ae23b1" providerId="LiveId" clId="{705F800E-8469-4817-B8CB-EB853183F414}" dt="2026-08-04T10:14:17.829" v="2089" actId="164"/>
          <ac:spMkLst>
            <pc:docMk/>
            <pc:sldMk cId="0" sldId="259"/>
            <ac:spMk id="113" creationId="{6A99E8B5-D52C-4EFD-883A-B5D6259A8502}"/>
          </ac:spMkLst>
        </pc:spChg>
        <pc:spChg chg="add mod">
          <ac:chgData name="Dave Idika" userId="70ea3614d7ae23b1" providerId="LiveId" clId="{705F800E-8469-4817-B8CB-EB853183F414}" dt="2026-08-04T10:14:17.829" v="2089" actId="164"/>
          <ac:spMkLst>
            <pc:docMk/>
            <pc:sldMk cId="0" sldId="259"/>
            <ac:spMk id="114" creationId="{A363FC72-A204-4A87-B41D-5B8A018AF60E}"/>
          </ac:spMkLst>
        </pc:spChg>
        <pc:spChg chg="add mod">
          <ac:chgData name="Dave Idika" userId="70ea3614d7ae23b1" providerId="LiveId" clId="{705F800E-8469-4817-B8CB-EB853183F414}" dt="2026-08-04T10:14:17.829" v="2089" actId="164"/>
          <ac:spMkLst>
            <pc:docMk/>
            <pc:sldMk cId="0" sldId="259"/>
            <ac:spMk id="116" creationId="{CF6A02FB-5415-7FE5-9948-258E30810F45}"/>
          </ac:spMkLst>
        </pc:spChg>
        <pc:spChg chg="mod">
          <ac:chgData name="Dave Idika" userId="70ea3614d7ae23b1" providerId="LiveId" clId="{705F800E-8469-4817-B8CB-EB853183F414}" dt="2026-08-04T10:15:11.987" v="2094"/>
          <ac:spMkLst>
            <pc:docMk/>
            <pc:sldMk cId="0" sldId="259"/>
            <ac:spMk id="132" creationId="{CF39570C-C580-07CE-027A-39A7831CCF74}"/>
          </ac:spMkLst>
        </pc:spChg>
        <pc:spChg chg="mod">
          <ac:chgData name="Dave Idika" userId="70ea3614d7ae23b1" providerId="LiveId" clId="{705F800E-8469-4817-B8CB-EB853183F414}" dt="2026-08-04T10:15:11.987" v="2094"/>
          <ac:spMkLst>
            <pc:docMk/>
            <pc:sldMk cId="0" sldId="259"/>
            <ac:spMk id="133" creationId="{786992E9-F891-6D13-75AE-DA1A4A89BEF6}"/>
          </ac:spMkLst>
        </pc:spChg>
        <pc:spChg chg="mod">
          <ac:chgData name="Dave Idika" userId="70ea3614d7ae23b1" providerId="LiveId" clId="{705F800E-8469-4817-B8CB-EB853183F414}" dt="2026-08-04T10:15:11.987" v="2094"/>
          <ac:spMkLst>
            <pc:docMk/>
            <pc:sldMk cId="0" sldId="259"/>
            <ac:spMk id="136" creationId="{B8431A77-06AB-A66A-F206-75C6146AABBB}"/>
          </ac:spMkLst>
        </pc:spChg>
        <pc:spChg chg="mod">
          <ac:chgData name="Dave Idika" userId="70ea3614d7ae23b1" providerId="LiveId" clId="{705F800E-8469-4817-B8CB-EB853183F414}" dt="2026-08-04T10:15:11.987" v="2094"/>
          <ac:spMkLst>
            <pc:docMk/>
            <pc:sldMk cId="0" sldId="259"/>
            <ac:spMk id="141" creationId="{A706062A-37E7-AFD5-915D-6DE860FAE87F}"/>
          </ac:spMkLst>
        </pc:spChg>
        <pc:spChg chg="mod">
          <ac:chgData name="Dave Idika" userId="70ea3614d7ae23b1" providerId="LiveId" clId="{705F800E-8469-4817-B8CB-EB853183F414}" dt="2026-08-04T10:15:11.987" v="2094"/>
          <ac:spMkLst>
            <pc:docMk/>
            <pc:sldMk cId="0" sldId="259"/>
            <ac:spMk id="144" creationId="{0DDDB9FA-185E-8DB9-0310-E93A51DCAB7D}"/>
          </ac:spMkLst>
        </pc:spChg>
        <pc:spChg chg="mod">
          <ac:chgData name="Dave Idika" userId="70ea3614d7ae23b1" providerId="LiveId" clId="{705F800E-8469-4817-B8CB-EB853183F414}" dt="2026-08-04T10:15:11.987" v="2094"/>
          <ac:spMkLst>
            <pc:docMk/>
            <pc:sldMk cId="0" sldId="259"/>
            <ac:spMk id="145" creationId="{DF9F10F6-60A9-7A74-EA26-6778CA299E5E}"/>
          </ac:spMkLst>
        </pc:spChg>
        <pc:spChg chg="mod">
          <ac:chgData name="Dave Idika" userId="70ea3614d7ae23b1" providerId="LiveId" clId="{705F800E-8469-4817-B8CB-EB853183F414}" dt="2026-08-04T10:15:11.987" v="2094"/>
          <ac:spMkLst>
            <pc:docMk/>
            <pc:sldMk cId="0" sldId="259"/>
            <ac:spMk id="151" creationId="{B0B37980-4AC4-C0B3-8483-2939C00FD150}"/>
          </ac:spMkLst>
        </pc:spChg>
        <pc:spChg chg="mod">
          <ac:chgData name="Dave Idika" userId="70ea3614d7ae23b1" providerId="LiveId" clId="{705F800E-8469-4817-B8CB-EB853183F414}" dt="2026-08-04T10:15:11.987" v="2094"/>
          <ac:spMkLst>
            <pc:docMk/>
            <pc:sldMk cId="0" sldId="259"/>
            <ac:spMk id="160" creationId="{F5ACF900-CA42-E387-1DE0-87BC7220E64E}"/>
          </ac:spMkLst>
        </pc:spChg>
        <pc:spChg chg="mod">
          <ac:chgData name="Dave Idika" userId="70ea3614d7ae23b1" providerId="LiveId" clId="{705F800E-8469-4817-B8CB-EB853183F414}" dt="2026-08-04T10:15:11.987" v="2094"/>
          <ac:spMkLst>
            <pc:docMk/>
            <pc:sldMk cId="0" sldId="259"/>
            <ac:spMk id="164" creationId="{03D58991-CCCE-20F7-F87B-59188B4B1EB1}"/>
          </ac:spMkLst>
        </pc:spChg>
        <pc:spChg chg="mod">
          <ac:chgData name="Dave Idika" userId="70ea3614d7ae23b1" providerId="LiveId" clId="{705F800E-8469-4817-B8CB-EB853183F414}" dt="2026-08-04T10:15:11.987" v="2094"/>
          <ac:spMkLst>
            <pc:docMk/>
            <pc:sldMk cId="0" sldId="259"/>
            <ac:spMk id="166" creationId="{39664711-CA4E-E112-6CE1-959BB3CC3ED9}"/>
          </ac:spMkLst>
        </pc:spChg>
        <pc:spChg chg="mod">
          <ac:chgData name="Dave Idika" userId="70ea3614d7ae23b1" providerId="LiveId" clId="{705F800E-8469-4817-B8CB-EB853183F414}" dt="2026-08-04T10:15:36.873" v="2097"/>
          <ac:spMkLst>
            <pc:docMk/>
            <pc:sldMk cId="0" sldId="259"/>
            <ac:spMk id="175" creationId="{AD990103-69BA-EADD-1158-D9368CF2E6E3}"/>
          </ac:spMkLst>
        </pc:spChg>
        <pc:spChg chg="mod">
          <ac:chgData name="Dave Idika" userId="70ea3614d7ae23b1" providerId="LiveId" clId="{705F800E-8469-4817-B8CB-EB853183F414}" dt="2026-08-04T10:15:36.873" v="2097"/>
          <ac:spMkLst>
            <pc:docMk/>
            <pc:sldMk cId="0" sldId="259"/>
            <ac:spMk id="176" creationId="{59EA06E0-7328-4129-D42F-4632D35A1071}"/>
          </ac:spMkLst>
        </pc:spChg>
        <pc:spChg chg="mod">
          <ac:chgData name="Dave Idika" userId="70ea3614d7ae23b1" providerId="LiveId" clId="{705F800E-8469-4817-B8CB-EB853183F414}" dt="2026-08-04T10:15:36.873" v="2097"/>
          <ac:spMkLst>
            <pc:docMk/>
            <pc:sldMk cId="0" sldId="259"/>
            <ac:spMk id="180" creationId="{FB014529-B14B-9AD8-D497-FF1EBB584B74}"/>
          </ac:spMkLst>
        </pc:spChg>
        <pc:spChg chg="mod">
          <ac:chgData name="Dave Idika" userId="70ea3614d7ae23b1" providerId="LiveId" clId="{705F800E-8469-4817-B8CB-EB853183F414}" dt="2026-08-04T10:15:36.873" v="2097"/>
          <ac:spMkLst>
            <pc:docMk/>
            <pc:sldMk cId="0" sldId="259"/>
            <ac:spMk id="188" creationId="{7255F9DF-4719-8273-AD81-326D8F77D3C5}"/>
          </ac:spMkLst>
        </pc:spChg>
        <pc:spChg chg="mod">
          <ac:chgData name="Dave Idika" userId="70ea3614d7ae23b1" providerId="LiveId" clId="{705F800E-8469-4817-B8CB-EB853183F414}" dt="2026-08-04T10:15:36.873" v="2097"/>
          <ac:spMkLst>
            <pc:docMk/>
            <pc:sldMk cId="0" sldId="259"/>
            <ac:spMk id="191" creationId="{7BA5216C-F2B3-1B40-E5A9-2BA3EE3129A4}"/>
          </ac:spMkLst>
        </pc:spChg>
        <pc:spChg chg="mod">
          <ac:chgData name="Dave Idika" userId="70ea3614d7ae23b1" providerId="LiveId" clId="{705F800E-8469-4817-B8CB-EB853183F414}" dt="2026-08-04T10:15:36.873" v="2097"/>
          <ac:spMkLst>
            <pc:docMk/>
            <pc:sldMk cId="0" sldId="259"/>
            <ac:spMk id="194" creationId="{F2D923F7-76B3-94AD-C529-EBBC9A7DA92E}"/>
          </ac:spMkLst>
        </pc:spChg>
        <pc:spChg chg="mod">
          <ac:chgData name="Dave Idika" userId="70ea3614d7ae23b1" providerId="LiveId" clId="{705F800E-8469-4817-B8CB-EB853183F414}" dt="2026-08-04T10:15:36.873" v="2097"/>
          <ac:spMkLst>
            <pc:docMk/>
            <pc:sldMk cId="0" sldId="259"/>
            <ac:spMk id="196" creationId="{7BED5CD7-C9E1-BC3C-92EA-0C470C39A91D}"/>
          </ac:spMkLst>
        </pc:spChg>
        <pc:spChg chg="mod">
          <ac:chgData name="Dave Idika" userId="70ea3614d7ae23b1" providerId="LiveId" clId="{705F800E-8469-4817-B8CB-EB853183F414}" dt="2026-08-04T10:15:36.873" v="2097"/>
          <ac:spMkLst>
            <pc:docMk/>
            <pc:sldMk cId="0" sldId="259"/>
            <ac:spMk id="200" creationId="{2598C495-F862-1F1C-8451-8C1F77444197}"/>
          </ac:spMkLst>
        </pc:spChg>
        <pc:spChg chg="mod">
          <ac:chgData name="Dave Idika" userId="70ea3614d7ae23b1" providerId="LiveId" clId="{705F800E-8469-4817-B8CB-EB853183F414}" dt="2026-08-04T10:15:36.873" v="2097"/>
          <ac:spMkLst>
            <pc:docMk/>
            <pc:sldMk cId="0" sldId="259"/>
            <ac:spMk id="206" creationId="{CA1FA5A2-1DCA-4710-CBA6-0134472C3D0A}"/>
          </ac:spMkLst>
        </pc:spChg>
        <pc:spChg chg="mod">
          <ac:chgData name="Dave Idika" userId="70ea3614d7ae23b1" providerId="LiveId" clId="{705F800E-8469-4817-B8CB-EB853183F414}" dt="2026-08-04T10:15:36.873" v="2097"/>
          <ac:spMkLst>
            <pc:docMk/>
            <pc:sldMk cId="0" sldId="259"/>
            <ac:spMk id="207" creationId="{16490943-8F89-E1A2-A42E-38F4A25667C5}"/>
          </ac:spMkLst>
        </pc:spChg>
        <pc:spChg chg="mod">
          <ac:chgData name="Dave Idika" userId="70ea3614d7ae23b1" providerId="LiveId" clId="{705F800E-8469-4817-B8CB-EB853183F414}" dt="2026-08-04T10:16:40.142" v="2104"/>
          <ac:spMkLst>
            <pc:docMk/>
            <pc:sldMk cId="0" sldId="259"/>
            <ac:spMk id="224" creationId="{B381E41A-4B24-0B86-A8FF-51EB26D958AD}"/>
          </ac:spMkLst>
        </pc:spChg>
        <pc:spChg chg="mod">
          <ac:chgData name="Dave Idika" userId="70ea3614d7ae23b1" providerId="LiveId" clId="{705F800E-8469-4817-B8CB-EB853183F414}" dt="2026-08-04T10:16:40.142" v="2104"/>
          <ac:spMkLst>
            <pc:docMk/>
            <pc:sldMk cId="0" sldId="259"/>
            <ac:spMk id="228" creationId="{D8F54963-72E8-F030-274F-E773BFEF488F}"/>
          </ac:spMkLst>
        </pc:spChg>
        <pc:spChg chg="mod">
          <ac:chgData name="Dave Idika" userId="70ea3614d7ae23b1" providerId="LiveId" clId="{705F800E-8469-4817-B8CB-EB853183F414}" dt="2026-08-04T10:16:40.142" v="2104"/>
          <ac:spMkLst>
            <pc:docMk/>
            <pc:sldMk cId="0" sldId="259"/>
            <ac:spMk id="229" creationId="{435FEAB8-85C3-48FB-B25A-23321C3DDED3}"/>
          </ac:spMkLst>
        </pc:spChg>
        <pc:spChg chg="mod">
          <ac:chgData name="Dave Idika" userId="70ea3614d7ae23b1" providerId="LiveId" clId="{705F800E-8469-4817-B8CB-EB853183F414}" dt="2026-08-04T10:16:40.142" v="2104"/>
          <ac:spMkLst>
            <pc:docMk/>
            <pc:sldMk cId="0" sldId="259"/>
            <ac:spMk id="231" creationId="{A8F45DA1-574F-C866-496F-7F6BC1AF35CA}"/>
          </ac:spMkLst>
        </pc:spChg>
        <pc:spChg chg="mod">
          <ac:chgData name="Dave Idika" userId="70ea3614d7ae23b1" providerId="LiveId" clId="{705F800E-8469-4817-B8CB-EB853183F414}" dt="2026-08-04T10:16:40.142" v="2104"/>
          <ac:spMkLst>
            <pc:docMk/>
            <pc:sldMk cId="0" sldId="259"/>
            <ac:spMk id="237" creationId="{9E885114-6ED9-7051-0D38-CCB823F8D66B}"/>
          </ac:spMkLst>
        </pc:spChg>
        <pc:spChg chg="mod">
          <ac:chgData name="Dave Idika" userId="70ea3614d7ae23b1" providerId="LiveId" clId="{705F800E-8469-4817-B8CB-EB853183F414}" dt="2026-08-04T10:16:40.142" v="2104"/>
          <ac:spMkLst>
            <pc:docMk/>
            <pc:sldMk cId="0" sldId="259"/>
            <ac:spMk id="238" creationId="{4616139B-698B-E1D2-9697-6B975DA07959}"/>
          </ac:spMkLst>
        </pc:spChg>
        <pc:spChg chg="mod">
          <ac:chgData name="Dave Idika" userId="70ea3614d7ae23b1" providerId="LiveId" clId="{705F800E-8469-4817-B8CB-EB853183F414}" dt="2026-08-04T10:16:40.142" v="2104"/>
          <ac:spMkLst>
            <pc:docMk/>
            <pc:sldMk cId="0" sldId="259"/>
            <ac:spMk id="240" creationId="{3F673E75-0D5B-6ED0-0B98-6E5715019DC6}"/>
          </ac:spMkLst>
        </pc:spChg>
        <pc:spChg chg="mod">
          <ac:chgData name="Dave Idika" userId="70ea3614d7ae23b1" providerId="LiveId" clId="{705F800E-8469-4817-B8CB-EB853183F414}" dt="2026-08-04T10:16:40.142" v="2104"/>
          <ac:spMkLst>
            <pc:docMk/>
            <pc:sldMk cId="0" sldId="259"/>
            <ac:spMk id="247" creationId="{742E03DD-F7F5-9E94-53F9-0D1AF133798E}"/>
          </ac:spMkLst>
        </pc:spChg>
        <pc:spChg chg="mod">
          <ac:chgData name="Dave Idika" userId="70ea3614d7ae23b1" providerId="LiveId" clId="{705F800E-8469-4817-B8CB-EB853183F414}" dt="2026-08-04T10:16:40.142" v="2104"/>
          <ac:spMkLst>
            <pc:docMk/>
            <pc:sldMk cId="0" sldId="259"/>
            <ac:spMk id="249" creationId="{28DFCA85-1B01-D0A1-9CBA-20F6B40C8ABE}"/>
          </ac:spMkLst>
        </pc:spChg>
        <pc:spChg chg="mod">
          <ac:chgData name="Dave Idika" userId="70ea3614d7ae23b1" providerId="LiveId" clId="{705F800E-8469-4817-B8CB-EB853183F414}" dt="2026-08-04T10:16:40.142" v="2104"/>
          <ac:spMkLst>
            <pc:docMk/>
            <pc:sldMk cId="0" sldId="259"/>
            <ac:spMk id="250" creationId="{C435508C-2452-1D37-A092-8A92620FEF2A}"/>
          </ac:spMkLst>
        </pc:spChg>
        <pc:spChg chg="mod">
          <ac:chgData name="Dave Idika" userId="70ea3614d7ae23b1" providerId="LiveId" clId="{705F800E-8469-4817-B8CB-EB853183F414}" dt="2026-08-04T10:16:47.804" v="2107"/>
          <ac:spMkLst>
            <pc:docMk/>
            <pc:sldMk cId="0" sldId="259"/>
            <ac:spMk id="267" creationId="{69F92D5C-0ABF-F85F-3481-2EA4ED3C2A7D}"/>
          </ac:spMkLst>
        </pc:spChg>
        <pc:spChg chg="mod">
          <ac:chgData name="Dave Idika" userId="70ea3614d7ae23b1" providerId="LiveId" clId="{705F800E-8469-4817-B8CB-EB853183F414}" dt="2026-08-04T10:16:47.804" v="2107"/>
          <ac:spMkLst>
            <pc:docMk/>
            <pc:sldMk cId="0" sldId="259"/>
            <ac:spMk id="270" creationId="{6117502C-D444-9C5C-FC23-E6552939A7FC}"/>
          </ac:spMkLst>
        </pc:spChg>
        <pc:spChg chg="mod">
          <ac:chgData name="Dave Idika" userId="70ea3614d7ae23b1" providerId="LiveId" clId="{705F800E-8469-4817-B8CB-EB853183F414}" dt="2026-08-04T10:16:47.804" v="2107"/>
          <ac:spMkLst>
            <pc:docMk/>
            <pc:sldMk cId="0" sldId="259"/>
            <ac:spMk id="272" creationId="{E770A2E5-2FA1-5562-F19F-43970548D118}"/>
          </ac:spMkLst>
        </pc:spChg>
        <pc:spChg chg="mod">
          <ac:chgData name="Dave Idika" userId="70ea3614d7ae23b1" providerId="LiveId" clId="{705F800E-8469-4817-B8CB-EB853183F414}" dt="2026-08-04T10:16:47.804" v="2107"/>
          <ac:spMkLst>
            <pc:docMk/>
            <pc:sldMk cId="0" sldId="259"/>
            <ac:spMk id="273" creationId="{964A8AE6-1C50-1DE0-3517-FD79AE7FD3BC}"/>
          </ac:spMkLst>
        </pc:spChg>
        <pc:spChg chg="mod">
          <ac:chgData name="Dave Idika" userId="70ea3614d7ae23b1" providerId="LiveId" clId="{705F800E-8469-4817-B8CB-EB853183F414}" dt="2026-08-04T10:16:47.804" v="2107"/>
          <ac:spMkLst>
            <pc:docMk/>
            <pc:sldMk cId="0" sldId="259"/>
            <ac:spMk id="278" creationId="{108DDC6B-13D4-E911-C0B8-8F077C04E08F}"/>
          </ac:spMkLst>
        </pc:spChg>
        <pc:spChg chg="mod">
          <ac:chgData name="Dave Idika" userId="70ea3614d7ae23b1" providerId="LiveId" clId="{705F800E-8469-4817-B8CB-EB853183F414}" dt="2026-08-04T10:16:47.804" v="2107"/>
          <ac:spMkLst>
            <pc:docMk/>
            <pc:sldMk cId="0" sldId="259"/>
            <ac:spMk id="281" creationId="{329DBFA4-B18F-A1CD-660E-135FCC07BA4C}"/>
          </ac:spMkLst>
        </pc:spChg>
        <pc:spChg chg="mod">
          <ac:chgData name="Dave Idika" userId="70ea3614d7ae23b1" providerId="LiveId" clId="{705F800E-8469-4817-B8CB-EB853183F414}" dt="2026-08-04T10:16:47.804" v="2107"/>
          <ac:spMkLst>
            <pc:docMk/>
            <pc:sldMk cId="0" sldId="259"/>
            <ac:spMk id="283" creationId="{E1807D4E-3C08-4B61-1A75-520D827EF0DE}"/>
          </ac:spMkLst>
        </pc:spChg>
        <pc:spChg chg="mod">
          <ac:chgData name="Dave Idika" userId="70ea3614d7ae23b1" providerId="LiveId" clId="{705F800E-8469-4817-B8CB-EB853183F414}" dt="2026-08-04T10:16:47.804" v="2107"/>
          <ac:spMkLst>
            <pc:docMk/>
            <pc:sldMk cId="0" sldId="259"/>
            <ac:spMk id="288" creationId="{D8E1FA7C-EE50-F812-6A42-8360F69FE49F}"/>
          </ac:spMkLst>
        </pc:spChg>
        <pc:spChg chg="mod">
          <ac:chgData name="Dave Idika" userId="70ea3614d7ae23b1" providerId="LiveId" clId="{705F800E-8469-4817-B8CB-EB853183F414}" dt="2026-08-04T10:16:47.804" v="2107"/>
          <ac:spMkLst>
            <pc:docMk/>
            <pc:sldMk cId="0" sldId="259"/>
            <ac:spMk id="290" creationId="{55E58A38-993E-1BC5-7909-7CC11A5EB1D9}"/>
          </ac:spMkLst>
        </pc:spChg>
        <pc:spChg chg="mod">
          <ac:chgData name="Dave Idika" userId="70ea3614d7ae23b1" providerId="LiveId" clId="{705F800E-8469-4817-B8CB-EB853183F414}" dt="2026-08-04T10:16:47.804" v="2107"/>
          <ac:spMkLst>
            <pc:docMk/>
            <pc:sldMk cId="0" sldId="259"/>
            <ac:spMk id="292" creationId="{69B704D2-0D80-22B3-748A-7B77295C017A}"/>
          </ac:spMkLst>
        </pc:spChg>
        <pc:grpChg chg="add del mod">
          <ac:chgData name="Dave Idika" userId="70ea3614d7ae23b1" providerId="LiveId" clId="{705F800E-8469-4817-B8CB-EB853183F414}" dt="2026-08-03T10:36:10.335" v="1663" actId="478"/>
          <ac:grpSpMkLst>
            <pc:docMk/>
            <pc:sldMk cId="0" sldId="259"/>
            <ac:grpSpMk id="22" creationId="{B409E6BB-0E5E-B6B0-4724-712057FB3E56}"/>
          </ac:grpSpMkLst>
        </pc:grpChg>
        <pc:grpChg chg="add del mod">
          <ac:chgData name="Dave Idika" userId="70ea3614d7ae23b1" providerId="LiveId" clId="{705F800E-8469-4817-B8CB-EB853183F414}" dt="2026-08-03T10:36:10.335" v="1663" actId="478"/>
          <ac:grpSpMkLst>
            <pc:docMk/>
            <pc:sldMk cId="0" sldId="259"/>
            <ac:grpSpMk id="23" creationId="{CFFB1119-AA44-DD5D-28F3-0079258D2376}"/>
          </ac:grpSpMkLst>
        </pc:grpChg>
        <pc:grpChg chg="add del mod">
          <ac:chgData name="Dave Idika" userId="70ea3614d7ae23b1" providerId="LiveId" clId="{705F800E-8469-4817-B8CB-EB853183F414}" dt="2026-08-03T10:36:10.335" v="1663" actId="478"/>
          <ac:grpSpMkLst>
            <pc:docMk/>
            <pc:sldMk cId="0" sldId="259"/>
            <ac:grpSpMk id="24" creationId="{574C67E5-64A3-D409-47D1-2747ACA64E5F}"/>
          </ac:grpSpMkLst>
        </pc:grpChg>
        <pc:grpChg chg="add del mod">
          <ac:chgData name="Dave Idika" userId="70ea3614d7ae23b1" providerId="LiveId" clId="{705F800E-8469-4817-B8CB-EB853183F414}" dt="2026-08-03T10:36:10.335" v="1663" actId="478"/>
          <ac:grpSpMkLst>
            <pc:docMk/>
            <pc:sldMk cId="0" sldId="259"/>
            <ac:grpSpMk id="25" creationId="{584933C3-30DD-6195-B13E-A87F6C9619E5}"/>
          </ac:grpSpMkLst>
        </pc:grpChg>
        <pc:grpChg chg="add mod">
          <ac:chgData name="Dave Idika" userId="70ea3614d7ae23b1" providerId="LiveId" clId="{705F800E-8469-4817-B8CB-EB853183F414}" dt="2026-08-03T10:53:16.424" v="1695" actId="14100"/>
          <ac:grpSpMkLst>
            <pc:docMk/>
            <pc:sldMk cId="0" sldId="259"/>
            <ac:grpSpMk id="33" creationId="{635745C6-AA3B-3978-5D55-42271D724E83}"/>
          </ac:grpSpMkLst>
        </pc:grpChg>
        <pc:grpChg chg="add del mod">
          <ac:chgData name="Dave Idika" userId="70ea3614d7ae23b1" providerId="LiveId" clId="{705F800E-8469-4817-B8CB-EB853183F414}" dt="2026-08-03T10:52:30.449" v="1682" actId="478"/>
          <ac:grpSpMkLst>
            <pc:docMk/>
            <pc:sldMk cId="0" sldId="259"/>
            <ac:grpSpMk id="69" creationId="{1D42F59E-73A6-48EE-9092-4BCC1E8016B2}"/>
          </ac:grpSpMkLst>
        </pc:grpChg>
        <pc:grpChg chg="add mod">
          <ac:chgData name="Dave Idika" userId="70ea3614d7ae23b1" providerId="LiveId" clId="{705F800E-8469-4817-B8CB-EB853183F414}" dt="2026-08-03T10:52:36.562" v="1685"/>
          <ac:grpSpMkLst>
            <pc:docMk/>
            <pc:sldMk cId="0" sldId="259"/>
            <ac:grpSpMk id="72" creationId="{1D42F59E-73A6-48EE-9092-4BCC1E8016B2}"/>
          </ac:grpSpMkLst>
        </pc:grpChg>
        <pc:grpChg chg="mod">
          <ac:chgData name="Dave Idika" userId="70ea3614d7ae23b1" providerId="LiveId" clId="{705F800E-8469-4817-B8CB-EB853183F414}" dt="2026-08-04T10:12:00.961" v="2078" actId="164"/>
          <ac:grpSpMkLst>
            <pc:docMk/>
            <pc:sldMk cId="0" sldId="259"/>
            <ac:grpSpMk id="77" creationId="{D3F03B2A-A5CF-A9B6-1AA2-599367BAD0DF}"/>
          </ac:grpSpMkLst>
        </pc:grpChg>
        <pc:grpChg chg="mod">
          <ac:chgData name="Dave Idika" userId="70ea3614d7ae23b1" providerId="LiveId" clId="{705F800E-8469-4817-B8CB-EB853183F414}" dt="2026-08-04T10:12:00.961" v="2078" actId="164"/>
          <ac:grpSpMkLst>
            <pc:docMk/>
            <pc:sldMk cId="0" sldId="259"/>
            <ac:grpSpMk id="78" creationId="{D848A2A0-4CC5-4EA5-BCB4-B05F6B5AB8FC}"/>
          </ac:grpSpMkLst>
        </pc:grpChg>
        <pc:grpChg chg="mod">
          <ac:chgData name="Dave Idika" userId="70ea3614d7ae23b1" providerId="LiveId" clId="{705F800E-8469-4817-B8CB-EB853183F414}" dt="2026-08-04T10:12:00.961" v="2078" actId="164"/>
          <ac:grpSpMkLst>
            <pc:docMk/>
            <pc:sldMk cId="0" sldId="259"/>
            <ac:grpSpMk id="79" creationId="{F8132609-E569-481A-99D5-04B979CDDCB6}"/>
          </ac:grpSpMkLst>
        </pc:grpChg>
        <pc:grpChg chg="mod">
          <ac:chgData name="Dave Idika" userId="70ea3614d7ae23b1" providerId="LiveId" clId="{705F800E-8469-4817-B8CB-EB853183F414}" dt="2026-08-04T10:12:00.961" v="2078" actId="164"/>
          <ac:grpSpMkLst>
            <pc:docMk/>
            <pc:sldMk cId="0" sldId="259"/>
            <ac:grpSpMk id="80" creationId="{D7FF32C0-A2A5-4994-A647-FB57706DF06F}"/>
          </ac:grpSpMkLst>
        </pc:grpChg>
        <pc:grpChg chg="add mod">
          <ac:chgData name="Dave Idika" userId="70ea3614d7ae23b1" providerId="LiveId" clId="{705F800E-8469-4817-B8CB-EB853183F414}" dt="2026-08-04T10:12:13.035" v="2079" actId="164"/>
          <ac:grpSpMkLst>
            <pc:docMk/>
            <pc:sldMk cId="0" sldId="259"/>
            <ac:grpSpMk id="119" creationId="{C61E2B4E-82FC-1AA3-E2E0-E2C9AAEBB051}"/>
          </ac:grpSpMkLst>
        </pc:grpChg>
        <pc:grpChg chg="add mod modVis">
          <ac:chgData name="Dave Idika" userId="70ea3614d7ae23b1" providerId="LiveId" clId="{705F800E-8469-4817-B8CB-EB853183F414}" dt="2026-08-04T11:07:16.098" v="2270" actId="14429"/>
          <ac:grpSpMkLst>
            <pc:docMk/>
            <pc:sldMk cId="0" sldId="259"/>
            <ac:grpSpMk id="120" creationId="{CCAFA33B-681D-CF5A-4F98-76DCEA9C2902}"/>
          </ac:grpSpMkLst>
        </pc:grpChg>
        <pc:grpChg chg="add mod">
          <ac:chgData name="Dave Idika" userId="70ea3614d7ae23b1" providerId="LiveId" clId="{705F800E-8469-4817-B8CB-EB853183F414}" dt="2026-08-04T10:14:16.794" v="2088" actId="962"/>
          <ac:grpSpMkLst>
            <pc:docMk/>
            <pc:sldMk cId="0" sldId="259"/>
            <ac:grpSpMk id="125" creationId="{2A612F59-24B0-F1D9-35DB-099BE3B45F52}"/>
          </ac:grpSpMkLst>
        </pc:grpChg>
        <pc:grpChg chg="del">
          <ac:chgData name="Dave Idika" userId="70ea3614d7ae23b1" providerId="LiveId" clId="{705F800E-8469-4817-B8CB-EB853183F414}" dt="2026-08-04T10:15:39.006" v="2098" actId="478"/>
          <ac:grpSpMkLst>
            <pc:docMk/>
            <pc:sldMk cId="0" sldId="259"/>
            <ac:grpSpMk id="169" creationId="{2B91A752-0517-723D-A10B-F8DE0275C6FA}"/>
          </ac:grpSpMkLst>
        </pc:grpChg>
        <pc:grpChg chg="add mod modVis">
          <ac:chgData name="Dave Idika" userId="70ea3614d7ae23b1" providerId="LiveId" clId="{705F800E-8469-4817-B8CB-EB853183F414}" dt="2026-08-04T11:07:15.239" v="2269" actId="14429"/>
          <ac:grpSpMkLst>
            <pc:docMk/>
            <pc:sldMk cId="0" sldId="259"/>
            <ac:grpSpMk id="212" creationId="{2D8DEC7E-3432-AC8F-9FDE-24F34DDD24F4}"/>
          </ac:grpSpMkLst>
        </pc:grpChg>
        <pc:grpChg chg="mod">
          <ac:chgData name="Dave Idika" userId="70ea3614d7ae23b1" providerId="LiveId" clId="{705F800E-8469-4817-B8CB-EB853183F414}" dt="2026-08-04T10:16:45.216" v="2106" actId="1076"/>
          <ac:grpSpMkLst>
            <pc:docMk/>
            <pc:sldMk cId="0" sldId="259"/>
            <ac:grpSpMk id="213" creationId="{146635CE-C5B4-E952-AADE-4AD3F513311D}"/>
          </ac:grpSpMkLst>
        </pc:grpChg>
        <pc:grpChg chg="add mod modVis">
          <ac:chgData name="Dave Idika" userId="70ea3614d7ae23b1" providerId="LiveId" clId="{705F800E-8469-4817-B8CB-EB853183F414}" dt="2026-08-04T11:07:17.585" v="2271" actId="14429"/>
          <ac:grpSpMkLst>
            <pc:docMk/>
            <pc:sldMk cId="0" sldId="259"/>
            <ac:grpSpMk id="301" creationId="{76C8C2D6-1B6D-6340-8C7B-BC8DAC79BBAD}"/>
          </ac:grpSpMkLst>
        </pc:grpChg>
        <pc:graphicFrameChg chg="add mod">
          <ac:chgData name="Dave Idika" userId="70ea3614d7ae23b1" providerId="LiveId" clId="{705F800E-8469-4817-B8CB-EB853183F414}" dt="2026-08-03T10:51:10.007" v="1679" actId="1076"/>
          <ac:graphicFrameMkLst>
            <pc:docMk/>
            <pc:sldMk cId="0" sldId="259"/>
            <ac:graphicFrameMk id="71" creationId="{2FEDC336-280B-CC78-DB89-5FF1E731B3F4}"/>
          </ac:graphicFrameMkLst>
        </pc:graphicFrameChg>
        <pc:graphicFrameChg chg="add mod">
          <ac:chgData name="Dave Idika" userId="70ea3614d7ae23b1" providerId="LiveId" clId="{705F800E-8469-4817-B8CB-EB853183F414}" dt="2026-08-03T10:52:36.562" v="1685"/>
          <ac:graphicFrameMkLst>
            <pc:docMk/>
            <pc:sldMk cId="0" sldId="259"/>
            <ac:graphicFrameMk id="74" creationId="{2FEDC336-280B-CC78-DB89-5FF1E731B3F4}"/>
          </ac:graphicFrameMkLst>
        </pc:graphicFrameChg>
        <pc:picChg chg="add del mod">
          <ac:chgData name="Dave Idika" userId="70ea3614d7ae23b1" providerId="LiveId" clId="{705F800E-8469-4817-B8CB-EB853183F414}" dt="2026-08-03T10:51:04.149" v="1675" actId="478"/>
          <ac:picMkLst>
            <pc:docMk/>
            <pc:sldMk cId="0" sldId="259"/>
            <ac:picMk id="32" creationId="{285A5976-F31F-16E9-14DA-CA5844DAA693}"/>
          </ac:picMkLst>
        </pc:picChg>
        <pc:picChg chg="add del mod">
          <ac:chgData name="Dave Idika" userId="70ea3614d7ae23b1" providerId="LiveId" clId="{705F800E-8469-4817-B8CB-EB853183F414}" dt="2026-08-04T09:46:01.046" v="1922" actId="478"/>
          <ac:picMkLst>
            <pc:docMk/>
            <pc:sldMk cId="0" sldId="259"/>
            <ac:picMk id="68" creationId="{4F65B29F-37E2-185A-22BE-F704D16555CF}"/>
          </ac:picMkLst>
        </pc:picChg>
        <pc:picChg chg="add mod">
          <ac:chgData name="Dave Idika" userId="70ea3614d7ae23b1" providerId="LiveId" clId="{705F800E-8469-4817-B8CB-EB853183F414}" dt="2026-08-04T10:12:13.035" v="2079" actId="164"/>
          <ac:picMkLst>
            <pc:docMk/>
            <pc:sldMk cId="0" sldId="259"/>
            <ac:picMk id="76" creationId="{931D0E8D-CABA-EEE2-CF4F-2DABD043933B}"/>
          </ac:picMkLst>
        </pc:picChg>
        <pc:picChg chg="add del mod">
          <ac:chgData name="Dave Idika" userId="70ea3614d7ae23b1" providerId="LiveId" clId="{705F800E-8469-4817-B8CB-EB853183F414}" dt="2026-08-04T10:11:46.448" v="2077" actId="22"/>
          <ac:picMkLst>
            <pc:docMk/>
            <pc:sldMk cId="0" sldId="259"/>
            <ac:picMk id="118" creationId="{66284EC2-0704-8AE3-F658-53976F2555CB}"/>
          </ac:picMkLst>
        </pc:picChg>
        <pc:picChg chg="add del">
          <ac:chgData name="Dave Idika" userId="70ea3614d7ae23b1" providerId="LiveId" clId="{705F800E-8469-4817-B8CB-EB853183F414}" dt="2026-08-04T10:13:15.899" v="2082" actId="22"/>
          <ac:picMkLst>
            <pc:docMk/>
            <pc:sldMk cId="0" sldId="259"/>
            <ac:picMk id="122" creationId="{47CF3EEE-1166-E8D0-E5A1-75F34555AA7B}"/>
          </ac:picMkLst>
        </pc:picChg>
        <pc:picChg chg="add del mod">
          <ac:chgData name="Dave Idika" userId="70ea3614d7ae23b1" providerId="LiveId" clId="{705F800E-8469-4817-B8CB-EB853183F414}" dt="2026-08-04T10:14:50.693" v="2092" actId="22"/>
          <ac:picMkLst>
            <pc:docMk/>
            <pc:sldMk cId="0" sldId="259"/>
            <ac:picMk id="124" creationId="{0E2ABB1E-8616-ABC0-0991-C643CFF61087}"/>
          </ac:picMkLst>
        </pc:picChg>
        <pc:picChg chg="add mod">
          <ac:chgData name="Dave Idika" userId="70ea3614d7ae23b1" providerId="LiveId" clId="{705F800E-8469-4817-B8CB-EB853183F414}" dt="2026-08-04T10:16:12.344" v="2102" actId="164"/>
          <ac:picMkLst>
            <pc:docMk/>
            <pc:sldMk cId="0" sldId="259"/>
            <ac:picMk id="168" creationId="{C4F51CC5-76D1-D6F1-9950-71FC329A7201}"/>
          </ac:picMkLst>
        </pc:picChg>
        <pc:picChg chg="add mod">
          <ac:chgData name="Dave Idika" userId="70ea3614d7ae23b1" providerId="LiveId" clId="{705F800E-8469-4817-B8CB-EB853183F414}" dt="2026-08-04T10:16:12.344" v="2102" actId="164"/>
          <ac:picMkLst>
            <pc:docMk/>
            <pc:sldMk cId="0" sldId="259"/>
            <ac:picMk id="211" creationId="{BEBA78A6-A4D1-6EF7-B610-69E40DFC9A97}"/>
          </ac:picMkLst>
        </pc:picChg>
        <pc:picChg chg="add mod">
          <ac:chgData name="Dave Idika" userId="70ea3614d7ae23b1" providerId="LiveId" clId="{705F800E-8469-4817-B8CB-EB853183F414}" dt="2026-08-04T10:18:57.582" v="2122" actId="164"/>
          <ac:picMkLst>
            <pc:docMk/>
            <pc:sldMk cId="0" sldId="259"/>
            <ac:picMk id="296" creationId="{2C907DE2-1A52-AE7A-0E72-12A09EF4045E}"/>
          </ac:picMkLst>
        </pc:picChg>
        <pc:picChg chg="add del">
          <ac:chgData name="Dave Idika" userId="70ea3614d7ae23b1" providerId="LiveId" clId="{705F800E-8469-4817-B8CB-EB853183F414}" dt="2026-08-04T10:18:40.157" v="2119" actId="22"/>
          <ac:picMkLst>
            <pc:docMk/>
            <pc:sldMk cId="0" sldId="259"/>
            <ac:picMk id="298" creationId="{FEF3E232-28C1-4714-3691-E4F8D3A8E5BD}"/>
          </ac:picMkLst>
        </pc:picChg>
        <pc:picChg chg="add mod">
          <ac:chgData name="Dave Idika" userId="70ea3614d7ae23b1" providerId="LiveId" clId="{705F800E-8469-4817-B8CB-EB853183F414}" dt="2026-08-04T10:20:44.204" v="2138" actId="14100"/>
          <ac:picMkLst>
            <pc:docMk/>
            <pc:sldMk cId="0" sldId="259"/>
            <ac:picMk id="300" creationId="{D6D1765F-BAC8-5F5A-A208-8ECBA8CCEDCD}"/>
          </ac:picMkLst>
        </pc:picChg>
      </pc:sldChg>
      <pc:sldChg chg="addSp delSp modSp mod modAnim">
        <pc:chgData name="Dave Idika" userId="70ea3614d7ae23b1" providerId="LiveId" clId="{705F800E-8469-4817-B8CB-EB853183F414}" dt="2026-08-04T11:10:30.882" v="2277" actId="14429"/>
        <pc:sldMkLst>
          <pc:docMk/>
          <pc:sldMk cId="0" sldId="260"/>
        </pc:sldMkLst>
        <pc:spChg chg="mod">
          <ac:chgData name="Dave Idika" userId="70ea3614d7ae23b1" providerId="LiveId" clId="{705F800E-8469-4817-B8CB-EB853183F414}" dt="2026-08-04T10:38:14.245" v="2165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Dave Idika" userId="70ea3614d7ae23b1" providerId="LiveId" clId="{705F800E-8469-4817-B8CB-EB853183F414}" dt="2026-07-21T19:18:32.631" v="775" actId="1076"/>
          <ac:spMkLst>
            <pc:docMk/>
            <pc:sldMk cId="0" sldId="260"/>
            <ac:spMk id="5" creationId="{00000000-0000-0000-0000-000000000000}"/>
          </ac:spMkLst>
        </pc:spChg>
        <pc:spChg chg="mod">
          <ac:chgData name="Dave Idika" userId="70ea3614d7ae23b1" providerId="LiveId" clId="{705F800E-8469-4817-B8CB-EB853183F414}" dt="2026-07-21T19:20:28.215" v="793" actId="207"/>
          <ac:spMkLst>
            <pc:docMk/>
            <pc:sldMk cId="0" sldId="260"/>
            <ac:spMk id="6" creationId="{00000000-0000-0000-0000-000000000000}"/>
          </ac:spMkLst>
        </pc:spChg>
        <pc:spChg chg="mod">
          <ac:chgData name="Dave Idika" userId="70ea3614d7ae23b1" providerId="LiveId" clId="{705F800E-8469-4817-B8CB-EB853183F414}" dt="2026-07-21T18:41:52.312" v="502" actId="164"/>
          <ac:spMkLst>
            <pc:docMk/>
            <pc:sldMk cId="0" sldId="260"/>
            <ac:spMk id="7" creationId="{00000000-0000-0000-0000-000000000000}"/>
          </ac:spMkLst>
        </pc:spChg>
        <pc:spChg chg="mod">
          <ac:chgData name="Dave Idika" userId="70ea3614d7ae23b1" providerId="LiveId" clId="{705F800E-8469-4817-B8CB-EB853183F414}" dt="2026-08-04T10:21:44.051" v="2148" actId="20577"/>
          <ac:spMkLst>
            <pc:docMk/>
            <pc:sldMk cId="0" sldId="260"/>
            <ac:spMk id="8" creationId="{00000000-0000-0000-0000-000000000000}"/>
          </ac:spMkLst>
        </pc:spChg>
        <pc:spChg chg="mod topLvl">
          <ac:chgData name="Dave Idika" userId="70ea3614d7ae23b1" providerId="LiveId" clId="{705F800E-8469-4817-B8CB-EB853183F414}" dt="2026-07-21T19:19:44.170" v="791" actId="165"/>
          <ac:spMkLst>
            <pc:docMk/>
            <pc:sldMk cId="0" sldId="260"/>
            <ac:spMk id="9" creationId="{00000000-0000-0000-0000-000000000000}"/>
          </ac:spMkLst>
        </pc:spChg>
        <pc:spChg chg="mod topLvl">
          <ac:chgData name="Dave Idika" userId="70ea3614d7ae23b1" providerId="LiveId" clId="{705F800E-8469-4817-B8CB-EB853183F414}" dt="2026-07-21T19:20:10.350" v="792" actId="207"/>
          <ac:spMkLst>
            <pc:docMk/>
            <pc:sldMk cId="0" sldId="260"/>
            <ac:spMk id="10" creationId="{00000000-0000-0000-0000-000000000000}"/>
          </ac:spMkLst>
        </pc:spChg>
        <pc:spChg chg="mod">
          <ac:chgData name="Dave Idika" userId="70ea3614d7ae23b1" providerId="LiveId" clId="{705F800E-8469-4817-B8CB-EB853183F414}" dt="2026-07-21T18:42:47.216" v="507" actId="21"/>
          <ac:spMkLst>
            <pc:docMk/>
            <pc:sldMk cId="0" sldId="260"/>
            <ac:spMk id="11" creationId="{00000000-0000-0000-0000-000000000000}"/>
          </ac:spMkLst>
        </pc:spChg>
        <pc:spChg chg="mod topLvl">
          <ac:chgData name="Dave Idika" userId="70ea3614d7ae23b1" providerId="LiveId" clId="{705F800E-8469-4817-B8CB-EB853183F414}" dt="2026-08-04T11:03:30.639" v="2242" actId="20577"/>
          <ac:spMkLst>
            <pc:docMk/>
            <pc:sldMk cId="0" sldId="260"/>
            <ac:spMk id="12" creationId="{00000000-0000-0000-0000-000000000000}"/>
          </ac:spMkLst>
        </pc:spChg>
        <pc:spChg chg="mod">
          <ac:chgData name="Dave Idika" userId="70ea3614d7ae23b1" providerId="LiveId" clId="{705F800E-8469-4817-B8CB-EB853183F414}" dt="2026-07-21T18:44:42.402" v="514" actId="164"/>
          <ac:spMkLst>
            <pc:docMk/>
            <pc:sldMk cId="0" sldId="260"/>
            <ac:spMk id="13" creationId="{00000000-0000-0000-0000-000000000000}"/>
          </ac:spMkLst>
        </pc:spChg>
        <pc:spChg chg="mod">
          <ac:chgData name="Dave Idika" userId="70ea3614d7ae23b1" providerId="LiveId" clId="{705F800E-8469-4817-B8CB-EB853183F414}" dt="2026-07-21T18:45:17.624" v="521" actId="14100"/>
          <ac:spMkLst>
            <pc:docMk/>
            <pc:sldMk cId="0" sldId="260"/>
            <ac:spMk id="14" creationId="{00000000-0000-0000-0000-000000000000}"/>
          </ac:spMkLst>
        </pc:spChg>
        <pc:spChg chg="mod">
          <ac:chgData name="Dave Idika" userId="70ea3614d7ae23b1" providerId="LiveId" clId="{705F800E-8469-4817-B8CB-EB853183F414}" dt="2026-07-21T18:44:23.398" v="513" actId="21"/>
          <ac:spMkLst>
            <pc:docMk/>
            <pc:sldMk cId="0" sldId="260"/>
            <ac:spMk id="15" creationId="{00000000-0000-0000-0000-000000000000}"/>
          </ac:spMkLst>
        </pc:spChg>
        <pc:spChg chg="mod">
          <ac:chgData name="Dave Idika" userId="70ea3614d7ae23b1" providerId="LiveId" clId="{705F800E-8469-4817-B8CB-EB853183F414}" dt="2026-07-22T10:19:23.497" v="1063" actId="403"/>
          <ac:spMkLst>
            <pc:docMk/>
            <pc:sldMk cId="0" sldId="260"/>
            <ac:spMk id="16" creationId="{00000000-0000-0000-0000-000000000000}"/>
          </ac:spMkLst>
        </pc:spChg>
        <pc:spChg chg="mod">
          <ac:chgData name="Dave Idika" userId="70ea3614d7ae23b1" providerId="LiveId" clId="{705F800E-8469-4817-B8CB-EB853183F414}" dt="2026-07-21T18:45:44.982" v="525" actId="164"/>
          <ac:spMkLst>
            <pc:docMk/>
            <pc:sldMk cId="0" sldId="260"/>
            <ac:spMk id="17" creationId="{00000000-0000-0000-0000-000000000000}"/>
          </ac:spMkLst>
        </pc:spChg>
        <pc:spChg chg="mod">
          <ac:chgData name="Dave Idika" userId="70ea3614d7ae23b1" providerId="LiveId" clId="{705F800E-8469-4817-B8CB-EB853183F414}" dt="2026-07-21T18:46:38.758" v="531"/>
          <ac:spMkLst>
            <pc:docMk/>
            <pc:sldMk cId="0" sldId="260"/>
            <ac:spMk id="18" creationId="{00000000-0000-0000-0000-000000000000}"/>
          </ac:spMkLst>
        </pc:spChg>
        <pc:spChg chg="mod">
          <ac:chgData name="Dave Idika" userId="70ea3614d7ae23b1" providerId="LiveId" clId="{705F800E-8469-4817-B8CB-EB853183F414}" dt="2026-07-21T18:45:34.163" v="524" actId="21"/>
          <ac:spMkLst>
            <pc:docMk/>
            <pc:sldMk cId="0" sldId="260"/>
            <ac:spMk id="19" creationId="{00000000-0000-0000-0000-000000000000}"/>
          </ac:spMkLst>
        </pc:spChg>
        <pc:spChg chg="mod">
          <ac:chgData name="Dave Idika" userId="70ea3614d7ae23b1" providerId="LiveId" clId="{705F800E-8469-4817-B8CB-EB853183F414}" dt="2026-07-22T10:19:35.895" v="1069" actId="403"/>
          <ac:spMkLst>
            <pc:docMk/>
            <pc:sldMk cId="0" sldId="260"/>
            <ac:spMk id="20" creationId="{00000000-0000-0000-0000-000000000000}"/>
          </ac:spMkLst>
        </pc:spChg>
        <pc:spChg chg="mod">
          <ac:chgData name="Dave Idika" userId="70ea3614d7ae23b1" providerId="LiveId" clId="{705F800E-8469-4817-B8CB-EB853183F414}" dt="2026-07-22T10:19:58.685" v="1074" actId="403"/>
          <ac:spMkLst>
            <pc:docMk/>
            <pc:sldMk cId="0" sldId="260"/>
            <ac:spMk id="21" creationId="{00000000-0000-0000-0000-000000000000}"/>
          </ac:spMkLst>
        </pc:spChg>
        <pc:spChg chg="mod">
          <ac:chgData name="Dave Idika" userId="70ea3614d7ae23b1" providerId="LiveId" clId="{705F800E-8469-4817-B8CB-EB853183F414}" dt="2026-08-04T10:27:11.840" v="2151"/>
          <ac:spMkLst>
            <pc:docMk/>
            <pc:sldMk cId="0" sldId="260"/>
            <ac:spMk id="28" creationId="{5D4FD24A-E852-3056-4C26-E8887FFFAFBE}"/>
          </ac:spMkLst>
        </pc:spChg>
        <pc:spChg chg="mod">
          <ac:chgData name="Dave Idika" userId="70ea3614d7ae23b1" providerId="LiveId" clId="{705F800E-8469-4817-B8CB-EB853183F414}" dt="2026-08-04T10:27:11.840" v="2151"/>
          <ac:spMkLst>
            <pc:docMk/>
            <pc:sldMk cId="0" sldId="260"/>
            <ac:spMk id="29" creationId="{7D6EF447-E249-61F1-A3C1-8605487813FE}"/>
          </ac:spMkLst>
        </pc:spChg>
        <pc:spChg chg="mod">
          <ac:chgData name="Dave Idika" userId="70ea3614d7ae23b1" providerId="LiveId" clId="{705F800E-8469-4817-B8CB-EB853183F414}" dt="2026-08-04T10:27:11.840" v="2151"/>
          <ac:spMkLst>
            <pc:docMk/>
            <pc:sldMk cId="0" sldId="260"/>
            <ac:spMk id="35" creationId="{8FC6C778-B26D-FF9F-6B79-04ED05B9F5D4}"/>
          </ac:spMkLst>
        </pc:spChg>
        <pc:spChg chg="mod">
          <ac:chgData name="Dave Idika" userId="70ea3614d7ae23b1" providerId="LiveId" clId="{705F800E-8469-4817-B8CB-EB853183F414}" dt="2026-08-04T10:27:11.840" v="2151"/>
          <ac:spMkLst>
            <pc:docMk/>
            <pc:sldMk cId="0" sldId="260"/>
            <ac:spMk id="37" creationId="{AA72F517-45BD-ECF0-CC95-90618DE2A04D}"/>
          </ac:spMkLst>
        </pc:spChg>
        <pc:spChg chg="mod">
          <ac:chgData name="Dave Idika" userId="70ea3614d7ae23b1" providerId="LiveId" clId="{705F800E-8469-4817-B8CB-EB853183F414}" dt="2026-08-04T10:27:11.840" v="2151"/>
          <ac:spMkLst>
            <pc:docMk/>
            <pc:sldMk cId="0" sldId="260"/>
            <ac:spMk id="38" creationId="{2D4EFD6E-3CDE-968F-51F5-990DCED280B7}"/>
          </ac:spMkLst>
        </pc:spChg>
        <pc:spChg chg="mod">
          <ac:chgData name="Dave Idika" userId="70ea3614d7ae23b1" providerId="LiveId" clId="{705F800E-8469-4817-B8CB-EB853183F414}" dt="2026-08-04T10:27:11.840" v="2151"/>
          <ac:spMkLst>
            <pc:docMk/>
            <pc:sldMk cId="0" sldId="260"/>
            <ac:spMk id="39" creationId="{BC4BA157-5F79-4D57-D050-9BBB795388DE}"/>
          </ac:spMkLst>
        </pc:spChg>
        <pc:spChg chg="mod">
          <ac:chgData name="Dave Idika" userId="70ea3614d7ae23b1" providerId="LiveId" clId="{705F800E-8469-4817-B8CB-EB853183F414}" dt="2026-08-04T10:27:11.840" v="2151"/>
          <ac:spMkLst>
            <pc:docMk/>
            <pc:sldMk cId="0" sldId="260"/>
            <ac:spMk id="40" creationId="{2CB576C9-AE83-2329-88B6-253C226FD9D7}"/>
          </ac:spMkLst>
        </pc:spChg>
        <pc:spChg chg="mod">
          <ac:chgData name="Dave Idika" userId="70ea3614d7ae23b1" providerId="LiveId" clId="{705F800E-8469-4817-B8CB-EB853183F414}" dt="2026-08-04T10:27:11.840" v="2151"/>
          <ac:spMkLst>
            <pc:docMk/>
            <pc:sldMk cId="0" sldId="260"/>
            <ac:spMk id="41" creationId="{E87482DA-8E8C-94CD-9ED2-60AC6D7A837D}"/>
          </ac:spMkLst>
        </pc:spChg>
        <pc:spChg chg="mod">
          <ac:chgData name="Dave Idika" userId="70ea3614d7ae23b1" providerId="LiveId" clId="{705F800E-8469-4817-B8CB-EB853183F414}" dt="2026-08-04T10:27:11.840" v="2151"/>
          <ac:spMkLst>
            <pc:docMk/>
            <pc:sldMk cId="0" sldId="260"/>
            <ac:spMk id="42" creationId="{4939A9D4-AD8C-F616-52AD-C60E4DEB42A5}"/>
          </ac:spMkLst>
        </pc:spChg>
        <pc:spChg chg="mod">
          <ac:chgData name="Dave Idika" userId="70ea3614d7ae23b1" providerId="LiveId" clId="{705F800E-8469-4817-B8CB-EB853183F414}" dt="2026-08-04T10:27:11.840" v="2151"/>
          <ac:spMkLst>
            <pc:docMk/>
            <pc:sldMk cId="0" sldId="260"/>
            <ac:spMk id="43" creationId="{F58D0A54-B9B3-33A8-EBB5-164057ECA234}"/>
          </ac:spMkLst>
        </pc:spChg>
        <pc:spChg chg="mod">
          <ac:chgData name="Dave Idika" userId="70ea3614d7ae23b1" providerId="LiveId" clId="{705F800E-8469-4817-B8CB-EB853183F414}" dt="2026-08-04T10:39:28.725" v="2169"/>
          <ac:spMkLst>
            <pc:docMk/>
            <pc:sldMk cId="0" sldId="260"/>
            <ac:spMk id="55" creationId="{7674F144-6F23-CBDB-DD8E-4CB9F3B74CED}"/>
          </ac:spMkLst>
        </pc:spChg>
        <pc:spChg chg="mod">
          <ac:chgData name="Dave Idika" userId="70ea3614d7ae23b1" providerId="LiveId" clId="{705F800E-8469-4817-B8CB-EB853183F414}" dt="2026-08-04T10:39:28.725" v="2169"/>
          <ac:spMkLst>
            <pc:docMk/>
            <pc:sldMk cId="0" sldId="260"/>
            <ac:spMk id="56" creationId="{767B8469-248A-EE31-90F3-4C0E0CBF77FF}"/>
          </ac:spMkLst>
        </pc:spChg>
        <pc:spChg chg="mod">
          <ac:chgData name="Dave Idika" userId="70ea3614d7ae23b1" providerId="LiveId" clId="{705F800E-8469-4817-B8CB-EB853183F414}" dt="2026-08-04T10:39:28.725" v="2169"/>
          <ac:spMkLst>
            <pc:docMk/>
            <pc:sldMk cId="0" sldId="260"/>
            <ac:spMk id="57" creationId="{B9692070-A7A3-E763-A4EF-A3E6B12FBB38}"/>
          </ac:spMkLst>
        </pc:spChg>
        <pc:spChg chg="mod">
          <ac:chgData name="Dave Idika" userId="70ea3614d7ae23b1" providerId="LiveId" clId="{705F800E-8469-4817-B8CB-EB853183F414}" dt="2026-08-04T10:39:28.725" v="2169"/>
          <ac:spMkLst>
            <pc:docMk/>
            <pc:sldMk cId="0" sldId="260"/>
            <ac:spMk id="58" creationId="{46FB3791-7CE6-6358-5D54-789606127E99}"/>
          </ac:spMkLst>
        </pc:spChg>
        <pc:spChg chg="mod">
          <ac:chgData name="Dave Idika" userId="70ea3614d7ae23b1" providerId="LiveId" clId="{705F800E-8469-4817-B8CB-EB853183F414}" dt="2026-08-04T10:39:28.725" v="2169"/>
          <ac:spMkLst>
            <pc:docMk/>
            <pc:sldMk cId="0" sldId="260"/>
            <ac:spMk id="59" creationId="{8DBDFAE1-4996-8FB6-EB4B-002950C1D698}"/>
          </ac:spMkLst>
        </pc:spChg>
        <pc:spChg chg="mod">
          <ac:chgData name="Dave Idika" userId="70ea3614d7ae23b1" providerId="LiveId" clId="{705F800E-8469-4817-B8CB-EB853183F414}" dt="2026-08-04T10:39:28.725" v="2169"/>
          <ac:spMkLst>
            <pc:docMk/>
            <pc:sldMk cId="0" sldId="260"/>
            <ac:spMk id="60" creationId="{BE14F191-6F44-FC42-872F-85DFAF6B2711}"/>
          </ac:spMkLst>
        </pc:spChg>
        <pc:spChg chg="mod">
          <ac:chgData name="Dave Idika" userId="70ea3614d7ae23b1" providerId="LiveId" clId="{705F800E-8469-4817-B8CB-EB853183F414}" dt="2026-08-04T10:39:28.725" v="2169"/>
          <ac:spMkLst>
            <pc:docMk/>
            <pc:sldMk cId="0" sldId="260"/>
            <ac:spMk id="62" creationId="{214E1A13-EDAF-023D-7C5E-266B72DB010F}"/>
          </ac:spMkLst>
        </pc:spChg>
        <pc:spChg chg="mod">
          <ac:chgData name="Dave Idika" userId="70ea3614d7ae23b1" providerId="LiveId" clId="{705F800E-8469-4817-B8CB-EB853183F414}" dt="2026-08-04T10:39:28.725" v="2169"/>
          <ac:spMkLst>
            <pc:docMk/>
            <pc:sldMk cId="0" sldId="260"/>
            <ac:spMk id="63" creationId="{9736A300-9B12-84E6-51DC-13F0975B535A}"/>
          </ac:spMkLst>
        </pc:spChg>
        <pc:spChg chg="mod">
          <ac:chgData name="Dave Idika" userId="70ea3614d7ae23b1" providerId="LiveId" clId="{705F800E-8469-4817-B8CB-EB853183F414}" dt="2026-08-04T10:39:28.725" v="2169"/>
          <ac:spMkLst>
            <pc:docMk/>
            <pc:sldMk cId="0" sldId="260"/>
            <ac:spMk id="64" creationId="{10C16F8F-09EE-B6F1-4891-7CB3E10C5106}"/>
          </ac:spMkLst>
        </pc:spChg>
        <pc:spChg chg="mod">
          <ac:chgData name="Dave Idika" userId="70ea3614d7ae23b1" providerId="LiveId" clId="{705F800E-8469-4817-B8CB-EB853183F414}" dt="2026-08-04T10:39:28.725" v="2169"/>
          <ac:spMkLst>
            <pc:docMk/>
            <pc:sldMk cId="0" sldId="260"/>
            <ac:spMk id="65" creationId="{5A3A3160-1FCB-0406-5FAD-C18338749734}"/>
          </ac:spMkLst>
        </pc:spChg>
        <pc:spChg chg="mod">
          <ac:chgData name="Dave Idika" userId="70ea3614d7ae23b1" providerId="LiveId" clId="{705F800E-8469-4817-B8CB-EB853183F414}" dt="2026-08-04T11:04:06.303" v="2250"/>
          <ac:spMkLst>
            <pc:docMk/>
            <pc:sldMk cId="0" sldId="260"/>
            <ac:spMk id="92" creationId="{D3A29B5F-B300-66DE-F7F8-A0CEC99619AB}"/>
          </ac:spMkLst>
        </pc:spChg>
        <pc:spChg chg="mod">
          <ac:chgData name="Dave Idika" userId="70ea3614d7ae23b1" providerId="LiveId" clId="{705F800E-8469-4817-B8CB-EB853183F414}" dt="2026-08-04T11:04:06.303" v="2250"/>
          <ac:spMkLst>
            <pc:docMk/>
            <pc:sldMk cId="0" sldId="260"/>
            <ac:spMk id="93" creationId="{DF7F4751-C663-45ED-F703-6E2BBCE52279}"/>
          </ac:spMkLst>
        </pc:spChg>
        <pc:spChg chg="mod">
          <ac:chgData name="Dave Idika" userId="70ea3614d7ae23b1" providerId="LiveId" clId="{705F800E-8469-4817-B8CB-EB853183F414}" dt="2026-08-04T11:04:06.303" v="2250"/>
          <ac:spMkLst>
            <pc:docMk/>
            <pc:sldMk cId="0" sldId="260"/>
            <ac:spMk id="94" creationId="{49891161-8814-DD78-92DB-0748DB967FD1}"/>
          </ac:spMkLst>
        </pc:spChg>
        <pc:spChg chg="mod">
          <ac:chgData name="Dave Idika" userId="70ea3614d7ae23b1" providerId="LiveId" clId="{705F800E-8469-4817-B8CB-EB853183F414}" dt="2026-08-04T11:04:06.303" v="2250"/>
          <ac:spMkLst>
            <pc:docMk/>
            <pc:sldMk cId="0" sldId="260"/>
            <ac:spMk id="95" creationId="{F5223FC3-9734-4BD2-E1B2-716FA5DE3B41}"/>
          </ac:spMkLst>
        </pc:spChg>
        <pc:spChg chg="mod">
          <ac:chgData name="Dave Idika" userId="70ea3614d7ae23b1" providerId="LiveId" clId="{705F800E-8469-4817-B8CB-EB853183F414}" dt="2026-08-04T11:04:06.303" v="2250"/>
          <ac:spMkLst>
            <pc:docMk/>
            <pc:sldMk cId="0" sldId="260"/>
            <ac:spMk id="96" creationId="{2CB12D44-105E-5E6E-18A4-62A6F9B213D9}"/>
          </ac:spMkLst>
        </pc:spChg>
        <pc:spChg chg="mod">
          <ac:chgData name="Dave Idika" userId="70ea3614d7ae23b1" providerId="LiveId" clId="{705F800E-8469-4817-B8CB-EB853183F414}" dt="2026-08-04T11:04:06.303" v="2250"/>
          <ac:spMkLst>
            <pc:docMk/>
            <pc:sldMk cId="0" sldId="260"/>
            <ac:spMk id="98" creationId="{41285658-DC8D-06C0-FAFC-927457D95CE2}"/>
          </ac:spMkLst>
        </pc:spChg>
        <pc:spChg chg="mod">
          <ac:chgData name="Dave Idika" userId="70ea3614d7ae23b1" providerId="LiveId" clId="{705F800E-8469-4817-B8CB-EB853183F414}" dt="2026-08-04T11:04:06.303" v="2250"/>
          <ac:spMkLst>
            <pc:docMk/>
            <pc:sldMk cId="0" sldId="260"/>
            <ac:spMk id="99" creationId="{9817AA58-A481-D061-CD40-7A8F78CA0D93}"/>
          </ac:spMkLst>
        </pc:spChg>
        <pc:spChg chg="mod">
          <ac:chgData name="Dave Idika" userId="70ea3614d7ae23b1" providerId="LiveId" clId="{705F800E-8469-4817-B8CB-EB853183F414}" dt="2026-08-04T11:04:06.303" v="2250"/>
          <ac:spMkLst>
            <pc:docMk/>
            <pc:sldMk cId="0" sldId="260"/>
            <ac:spMk id="100" creationId="{4E362CFD-EF45-3F53-B3C8-7F9DFCFB3466}"/>
          </ac:spMkLst>
        </pc:spChg>
        <pc:spChg chg="mod">
          <ac:chgData name="Dave Idika" userId="70ea3614d7ae23b1" providerId="LiveId" clId="{705F800E-8469-4817-B8CB-EB853183F414}" dt="2026-08-04T11:04:06.303" v="2250"/>
          <ac:spMkLst>
            <pc:docMk/>
            <pc:sldMk cId="0" sldId="260"/>
            <ac:spMk id="101" creationId="{4E845627-37ED-34C5-A5E3-90F99056228B}"/>
          </ac:spMkLst>
        </pc:spChg>
        <pc:spChg chg="mod">
          <ac:chgData name="Dave Idika" userId="70ea3614d7ae23b1" providerId="LiveId" clId="{705F800E-8469-4817-B8CB-EB853183F414}" dt="2026-08-04T11:04:06.303" v="2250"/>
          <ac:spMkLst>
            <pc:docMk/>
            <pc:sldMk cId="0" sldId="260"/>
            <ac:spMk id="102" creationId="{E1A92128-270F-1439-0A8A-A39761250C39}"/>
          </ac:spMkLst>
        </pc:spChg>
        <pc:grpChg chg="add mod">
          <ac:chgData name="Dave Idika" userId="70ea3614d7ae23b1" providerId="LiveId" clId="{705F800E-8469-4817-B8CB-EB853183F414}" dt="2026-08-04T11:03:48.342" v="2243" actId="164"/>
          <ac:grpSpMkLst>
            <pc:docMk/>
            <pc:sldMk cId="0" sldId="260"/>
            <ac:grpSpMk id="31" creationId="{B0F5F0D2-76D2-8951-E81C-771EC57B5540}"/>
          </ac:grpSpMkLst>
        </pc:grpChg>
        <pc:grpChg chg="add del mod">
          <ac:chgData name="Dave Idika" userId="70ea3614d7ae23b1" providerId="LiveId" clId="{705F800E-8469-4817-B8CB-EB853183F414}" dt="2026-08-04T11:03:48.342" v="2243" actId="164"/>
          <ac:grpSpMkLst>
            <pc:docMk/>
            <pc:sldMk cId="0" sldId="260"/>
            <ac:grpSpMk id="32" creationId="{51BA2160-4B99-8242-3F34-A4F46EEF777C}"/>
          </ac:grpSpMkLst>
        </pc:grpChg>
        <pc:grpChg chg="add mod">
          <ac:chgData name="Dave Idika" userId="70ea3614d7ae23b1" providerId="LiveId" clId="{705F800E-8469-4817-B8CB-EB853183F414}" dt="2026-08-04T11:03:48.342" v="2243" actId="164"/>
          <ac:grpSpMkLst>
            <pc:docMk/>
            <pc:sldMk cId="0" sldId="260"/>
            <ac:grpSpMk id="33" creationId="{055C363C-47E6-5DE9-F5E8-95936FC11209}"/>
          </ac:grpSpMkLst>
        </pc:grpChg>
        <pc:grpChg chg="add mod">
          <ac:chgData name="Dave Idika" userId="70ea3614d7ae23b1" providerId="LiveId" clId="{705F800E-8469-4817-B8CB-EB853183F414}" dt="2026-08-04T11:03:48.342" v="2243" actId="164"/>
          <ac:grpSpMkLst>
            <pc:docMk/>
            <pc:sldMk cId="0" sldId="260"/>
            <ac:grpSpMk id="34" creationId="{E31C664C-4EA4-185D-8FF6-6EFB6E3AA725}"/>
          </ac:grpSpMkLst>
        </pc:grpChg>
        <pc:grpChg chg="add del mod">
          <ac:chgData name="Dave Idika" userId="70ea3614d7ae23b1" providerId="LiveId" clId="{705F800E-8469-4817-B8CB-EB853183F414}" dt="2026-08-04T11:03:01.542" v="2235" actId="478"/>
          <ac:grpSpMkLst>
            <pc:docMk/>
            <pc:sldMk cId="0" sldId="260"/>
            <ac:grpSpMk id="46" creationId="{271D41D7-2CDB-7E92-59FE-E50585D32FA6}"/>
          </ac:grpSpMkLst>
        </pc:grpChg>
        <pc:grpChg chg="add mod modVis">
          <ac:chgData name="Dave Idika" userId="70ea3614d7ae23b1" providerId="LiveId" clId="{705F800E-8469-4817-B8CB-EB853183F414}" dt="2026-08-04T11:04:22.926" v="2252" actId="164"/>
          <ac:grpSpMkLst>
            <pc:docMk/>
            <pc:sldMk cId="0" sldId="260"/>
            <ac:grpSpMk id="84" creationId="{719AEFF2-41AF-62BD-3936-4421A2496C14}"/>
          </ac:grpSpMkLst>
        </pc:grpChg>
        <pc:grpChg chg="add del mod">
          <ac:chgData name="Dave Idika" userId="70ea3614d7ae23b1" providerId="LiveId" clId="{705F800E-8469-4817-B8CB-EB853183F414}" dt="2026-08-04T11:05:42.547" v="2255" actId="164"/>
          <ac:grpSpMkLst>
            <pc:docMk/>
            <pc:sldMk cId="0" sldId="260"/>
            <ac:grpSpMk id="85" creationId="{BA623521-B970-E563-9CD5-374E85B1B762}"/>
          </ac:grpSpMkLst>
        </pc:grpChg>
        <pc:grpChg chg="mod">
          <ac:chgData name="Dave Idika" userId="70ea3614d7ae23b1" providerId="LiveId" clId="{705F800E-8469-4817-B8CB-EB853183F414}" dt="2026-08-04T11:04:22.926" v="2252" actId="164"/>
          <ac:grpSpMkLst>
            <pc:docMk/>
            <pc:sldMk cId="0" sldId="260"/>
            <ac:grpSpMk id="86" creationId="{3220000E-45BD-7E54-95E5-F8D56EF732EB}"/>
          </ac:grpSpMkLst>
        </pc:grpChg>
        <pc:grpChg chg="add mod modVis">
          <ac:chgData name="Dave Idika" userId="70ea3614d7ae23b1" providerId="LiveId" clId="{705F800E-8469-4817-B8CB-EB853183F414}" dt="2026-08-04T11:10:30.882" v="2277" actId="14429"/>
          <ac:grpSpMkLst>
            <pc:docMk/>
            <pc:sldMk cId="0" sldId="260"/>
            <ac:grpSpMk id="103" creationId="{9DA9D0DE-93E7-8B5D-26C1-8C2396C48FF9}"/>
          </ac:grpSpMkLst>
        </pc:grpChg>
        <pc:grpChg chg="add mod">
          <ac:chgData name="Dave Idika" userId="70ea3614d7ae23b1" providerId="LiveId" clId="{705F800E-8469-4817-B8CB-EB853183F414}" dt="2026-08-04T11:05:58.046" v="2256" actId="962"/>
          <ac:grpSpMkLst>
            <pc:docMk/>
            <pc:sldMk cId="0" sldId="260"/>
            <ac:grpSpMk id="104" creationId="{B7BDF79A-CA86-867B-45FF-CA817C4AFEB3}"/>
          </ac:grpSpMkLst>
        </pc:grpChg>
        <pc:picChg chg="add mod topLvl">
          <ac:chgData name="Dave Idika" userId="70ea3614d7ae23b1" providerId="LiveId" clId="{705F800E-8469-4817-B8CB-EB853183F414}" dt="2026-08-04T11:05:42.547" v="2255" actId="164"/>
          <ac:picMkLst>
            <pc:docMk/>
            <pc:sldMk cId="0" sldId="260"/>
            <ac:picMk id="24" creationId="{9EEA19F0-4008-9E20-BCBA-ACE001FF8CAF}"/>
          </ac:picMkLst>
        </pc:picChg>
        <pc:picChg chg="add del mod">
          <ac:chgData name="Dave Idika" userId="70ea3614d7ae23b1" providerId="LiveId" clId="{705F800E-8469-4817-B8CB-EB853183F414}" dt="2026-08-04T10:37:36.658" v="2160" actId="478"/>
          <ac:picMkLst>
            <pc:docMk/>
            <pc:sldMk cId="0" sldId="260"/>
            <ac:picMk id="26" creationId="{B756564E-63DC-8BCB-C31A-58D222E5DC9E}"/>
          </ac:picMkLst>
        </pc:picChg>
        <pc:picChg chg="add del mod topLvl">
          <ac:chgData name="Dave Idika" userId="70ea3614d7ae23b1" providerId="LiveId" clId="{705F800E-8469-4817-B8CB-EB853183F414}" dt="2026-08-04T11:03:01.542" v="2235" actId="478"/>
          <ac:picMkLst>
            <pc:docMk/>
            <pc:sldMk cId="0" sldId="260"/>
            <ac:picMk id="45" creationId="{D8EA3E0F-7DD2-6FD8-7B6F-717C934F0001}"/>
          </ac:picMkLst>
        </pc:picChg>
        <pc:picChg chg="add mod">
          <ac:chgData name="Dave Idika" userId="70ea3614d7ae23b1" providerId="LiveId" clId="{705F800E-8469-4817-B8CB-EB853183F414}" dt="2026-08-04T11:05:42.547" v="2255" actId="164"/>
          <ac:picMkLst>
            <pc:docMk/>
            <pc:sldMk cId="0" sldId="260"/>
            <ac:picMk id="48" creationId="{BAC3F3DF-0D0F-1E75-48C5-FC9872D9ECBF}"/>
          </ac:picMkLst>
        </pc:picChg>
        <pc:picChg chg="add del mod">
          <ac:chgData name="Dave Idika" userId="70ea3614d7ae23b1" providerId="LiveId" clId="{705F800E-8469-4817-B8CB-EB853183F414}" dt="2026-08-04T11:04:04.669" v="2249" actId="478"/>
          <ac:picMkLst>
            <pc:docMk/>
            <pc:sldMk cId="0" sldId="260"/>
            <ac:picMk id="67" creationId="{DFA6F663-70AD-51A4-0E9A-DE321584C0F6}"/>
          </ac:picMkLst>
        </pc:picChg>
        <pc:picChg chg="add del mod">
          <ac:chgData name="Dave Idika" userId="70ea3614d7ae23b1" providerId="LiveId" clId="{705F800E-8469-4817-B8CB-EB853183F414}" dt="2026-08-04T10:58:02.211" v="2192" actId="478"/>
          <ac:picMkLst>
            <pc:docMk/>
            <pc:sldMk cId="0" sldId="260"/>
            <ac:picMk id="69" creationId="{C5D2CE0B-6860-F674-84EE-9F7FBF3CF639}"/>
          </ac:picMkLst>
        </pc:picChg>
        <pc:picChg chg="add del mod">
          <ac:chgData name="Dave Idika" userId="70ea3614d7ae23b1" providerId="LiveId" clId="{705F800E-8469-4817-B8CB-EB853183F414}" dt="2026-08-04T10:58:02.211" v="2192" actId="478"/>
          <ac:picMkLst>
            <pc:docMk/>
            <pc:sldMk cId="0" sldId="260"/>
            <ac:picMk id="71" creationId="{29A9CBE9-879A-6C12-F03B-563DB969C502}"/>
          </ac:picMkLst>
        </pc:picChg>
        <pc:picChg chg="add del">
          <ac:chgData name="Dave Idika" userId="70ea3614d7ae23b1" providerId="LiveId" clId="{705F800E-8469-4817-B8CB-EB853183F414}" dt="2026-08-04T10:58:06.174" v="2194" actId="22"/>
          <ac:picMkLst>
            <pc:docMk/>
            <pc:sldMk cId="0" sldId="260"/>
            <ac:picMk id="73" creationId="{E816808F-7DAB-ACDC-B9AF-ECE30FC83B19}"/>
          </ac:picMkLst>
        </pc:picChg>
        <pc:picChg chg="add del">
          <ac:chgData name="Dave Idika" userId="70ea3614d7ae23b1" providerId="LiveId" clId="{705F800E-8469-4817-B8CB-EB853183F414}" dt="2026-08-04T10:58:06.174" v="2194" actId="22"/>
          <ac:picMkLst>
            <pc:docMk/>
            <pc:sldMk cId="0" sldId="260"/>
            <ac:picMk id="75" creationId="{095F0225-7A20-4247-6532-8A7F72FDE57B}"/>
          </ac:picMkLst>
        </pc:picChg>
        <pc:picChg chg="add del mod">
          <ac:chgData name="Dave Idika" userId="70ea3614d7ae23b1" providerId="LiveId" clId="{705F800E-8469-4817-B8CB-EB853183F414}" dt="2026-08-04T10:58:15.255" v="2197" actId="478"/>
          <ac:picMkLst>
            <pc:docMk/>
            <pc:sldMk cId="0" sldId="260"/>
            <ac:picMk id="77" creationId="{F492F256-77A0-22EA-DB1B-F455D5E55137}"/>
          </ac:picMkLst>
        </pc:picChg>
        <pc:picChg chg="add mod">
          <ac:chgData name="Dave Idika" userId="70ea3614d7ae23b1" providerId="LiveId" clId="{705F800E-8469-4817-B8CB-EB853183F414}" dt="2026-08-04T10:59:36.628" v="2210" actId="164"/>
          <ac:picMkLst>
            <pc:docMk/>
            <pc:sldMk cId="0" sldId="260"/>
            <ac:picMk id="79" creationId="{D86CAC6C-4043-96FF-056F-87F072D88539}"/>
          </ac:picMkLst>
        </pc:picChg>
        <pc:picChg chg="add mod">
          <ac:chgData name="Dave Idika" userId="70ea3614d7ae23b1" providerId="LiveId" clId="{705F800E-8469-4817-B8CB-EB853183F414}" dt="2026-08-04T10:59:36.628" v="2210" actId="164"/>
          <ac:picMkLst>
            <pc:docMk/>
            <pc:sldMk cId="0" sldId="260"/>
            <ac:picMk id="81" creationId="{26029FA3-8237-03B2-89DF-CF69A1F791A5}"/>
          </ac:picMkLst>
        </pc:picChg>
        <pc:picChg chg="add del">
          <ac:chgData name="Dave Idika" userId="70ea3614d7ae23b1" providerId="LiveId" clId="{705F800E-8469-4817-B8CB-EB853183F414}" dt="2026-08-04T10:58:45.346" v="2201" actId="478"/>
          <ac:picMkLst>
            <pc:docMk/>
            <pc:sldMk cId="0" sldId="260"/>
            <ac:picMk id="83" creationId="{67F96CB7-3F3D-126B-E13D-0D3FC1B77680}"/>
          </ac:picMkLst>
        </pc:picChg>
      </pc:sldChg>
      <pc:sldChg chg="addSp delSp modSp mod">
        <pc:chgData name="Dave Idika" userId="70ea3614d7ae23b1" providerId="LiveId" clId="{705F800E-8469-4817-B8CB-EB853183F414}" dt="2026-07-22T10:22:35.196" v="1103" actId="403"/>
        <pc:sldMkLst>
          <pc:docMk/>
          <pc:sldMk cId="0" sldId="261"/>
        </pc:sldMkLst>
        <pc:spChg chg="mod">
          <ac:chgData name="Dave Idika" userId="70ea3614d7ae23b1" providerId="LiveId" clId="{705F800E-8469-4817-B8CB-EB853183F414}" dt="2026-07-22T10:20:52.710" v="1076" actId="403"/>
          <ac:spMkLst>
            <pc:docMk/>
            <pc:sldMk cId="0" sldId="261"/>
            <ac:spMk id="2" creationId="{00000000-0000-0000-0000-000000000000}"/>
          </ac:spMkLst>
        </pc:spChg>
        <pc:spChg chg="mod">
          <ac:chgData name="Dave Idika" userId="70ea3614d7ae23b1" providerId="LiveId" clId="{705F800E-8469-4817-B8CB-EB853183F414}" dt="2026-07-21T18:50:56.753" v="591" actId="164"/>
          <ac:spMkLst>
            <pc:docMk/>
            <pc:sldMk cId="0" sldId="261"/>
            <ac:spMk id="4" creationId="{00000000-0000-0000-0000-000000000000}"/>
          </ac:spMkLst>
        </pc:spChg>
        <pc:spChg chg="mod">
          <ac:chgData name="Dave Idika" userId="70ea3614d7ae23b1" providerId="LiveId" clId="{705F800E-8469-4817-B8CB-EB853183F414}" dt="2026-07-21T18:52:12.236" v="605" actId="20577"/>
          <ac:spMkLst>
            <pc:docMk/>
            <pc:sldMk cId="0" sldId="261"/>
            <ac:spMk id="5" creationId="{00000000-0000-0000-0000-000000000000}"/>
          </ac:spMkLst>
        </pc:spChg>
        <pc:spChg chg="mod ord">
          <ac:chgData name="Dave Idika" userId="70ea3614d7ae23b1" providerId="LiveId" clId="{705F800E-8469-4817-B8CB-EB853183F414}" dt="2026-07-21T18:56:17.025" v="639" actId="164"/>
          <ac:spMkLst>
            <pc:docMk/>
            <pc:sldMk cId="0" sldId="261"/>
            <ac:spMk id="6" creationId="{00000000-0000-0000-0000-000000000000}"/>
          </ac:spMkLst>
        </pc:spChg>
        <pc:spChg chg="mod">
          <ac:chgData name="Dave Idika" userId="70ea3614d7ae23b1" providerId="LiveId" clId="{705F800E-8469-4817-B8CB-EB853183F414}" dt="2026-07-22T10:21:02.886" v="1081" actId="403"/>
          <ac:spMkLst>
            <pc:docMk/>
            <pc:sldMk cId="0" sldId="261"/>
            <ac:spMk id="7" creationId="{00000000-0000-0000-0000-000000000000}"/>
          </ac:spMkLst>
        </pc:spChg>
        <pc:spChg chg="mod">
          <ac:chgData name="Dave Idika" userId="70ea3614d7ae23b1" providerId="LiveId" clId="{705F800E-8469-4817-B8CB-EB853183F414}" dt="2026-07-22T10:21:09.298" v="1082" actId="403"/>
          <ac:spMkLst>
            <pc:docMk/>
            <pc:sldMk cId="0" sldId="261"/>
            <ac:spMk id="8" creationId="{00000000-0000-0000-0000-000000000000}"/>
          </ac:spMkLst>
        </pc:spChg>
        <pc:spChg chg="mod">
          <ac:chgData name="Dave Idika" userId="70ea3614d7ae23b1" providerId="LiveId" clId="{705F800E-8469-4817-B8CB-EB853183F414}" dt="2026-07-22T10:21:17.369" v="1086" actId="403"/>
          <ac:spMkLst>
            <pc:docMk/>
            <pc:sldMk cId="0" sldId="261"/>
            <ac:spMk id="9" creationId="{00000000-0000-0000-0000-000000000000}"/>
          </ac:spMkLst>
        </pc:spChg>
        <pc:spChg chg="mod">
          <ac:chgData name="Dave Idika" userId="70ea3614d7ae23b1" providerId="LiveId" clId="{705F800E-8469-4817-B8CB-EB853183F414}" dt="2026-07-21T18:53:26.015" v="617" actId="164"/>
          <ac:spMkLst>
            <pc:docMk/>
            <pc:sldMk cId="0" sldId="261"/>
            <ac:spMk id="10" creationId="{00000000-0000-0000-0000-000000000000}"/>
          </ac:spMkLst>
        </pc:spChg>
        <pc:spChg chg="mod">
          <ac:chgData name="Dave Idika" userId="70ea3614d7ae23b1" providerId="LiveId" clId="{705F800E-8469-4817-B8CB-EB853183F414}" dt="2026-07-21T19:17:56.403" v="772" actId="207"/>
          <ac:spMkLst>
            <pc:docMk/>
            <pc:sldMk cId="0" sldId="261"/>
            <ac:spMk id="11" creationId="{00000000-0000-0000-0000-000000000000}"/>
          </ac:spMkLst>
        </pc:spChg>
        <pc:spChg chg="mod ord">
          <ac:chgData name="Dave Idika" userId="70ea3614d7ae23b1" providerId="LiveId" clId="{705F800E-8469-4817-B8CB-EB853183F414}" dt="2026-07-21T18:59:59.976" v="664"/>
          <ac:spMkLst>
            <pc:docMk/>
            <pc:sldMk cId="0" sldId="261"/>
            <ac:spMk id="12" creationId="{00000000-0000-0000-0000-000000000000}"/>
          </ac:spMkLst>
        </pc:spChg>
        <pc:spChg chg="mod">
          <ac:chgData name="Dave Idika" userId="70ea3614d7ae23b1" providerId="LiveId" clId="{705F800E-8469-4817-B8CB-EB853183F414}" dt="2026-07-22T10:22:02.333" v="1092" actId="403"/>
          <ac:spMkLst>
            <pc:docMk/>
            <pc:sldMk cId="0" sldId="261"/>
            <ac:spMk id="13" creationId="{00000000-0000-0000-0000-000000000000}"/>
          </ac:spMkLst>
        </pc:spChg>
        <pc:spChg chg="mod">
          <ac:chgData name="Dave Idika" userId="70ea3614d7ae23b1" providerId="LiveId" clId="{705F800E-8469-4817-B8CB-EB853183F414}" dt="2026-07-22T10:22:08.841" v="1093" actId="403"/>
          <ac:spMkLst>
            <pc:docMk/>
            <pc:sldMk cId="0" sldId="261"/>
            <ac:spMk id="14" creationId="{00000000-0000-0000-0000-000000000000}"/>
          </ac:spMkLst>
        </pc:spChg>
        <pc:spChg chg="mod">
          <ac:chgData name="Dave Idika" userId="70ea3614d7ae23b1" providerId="LiveId" clId="{705F800E-8469-4817-B8CB-EB853183F414}" dt="2026-07-22T10:22:17.161" v="1097" actId="403"/>
          <ac:spMkLst>
            <pc:docMk/>
            <pc:sldMk cId="0" sldId="261"/>
            <ac:spMk id="15" creationId="{00000000-0000-0000-0000-000000000000}"/>
          </ac:spMkLst>
        </pc:spChg>
        <pc:spChg chg="mod">
          <ac:chgData name="Dave Idika" userId="70ea3614d7ae23b1" providerId="LiveId" clId="{705F800E-8469-4817-B8CB-EB853183F414}" dt="2026-07-21T18:49:33.952" v="580" actId="164"/>
          <ac:spMkLst>
            <pc:docMk/>
            <pc:sldMk cId="0" sldId="261"/>
            <ac:spMk id="16" creationId="{00000000-0000-0000-0000-000000000000}"/>
          </ac:spMkLst>
        </pc:spChg>
        <pc:spChg chg="mod">
          <ac:chgData name="Dave Idika" userId="70ea3614d7ae23b1" providerId="LiveId" clId="{705F800E-8469-4817-B8CB-EB853183F414}" dt="2026-07-21T19:17:19.932" v="769" actId="207"/>
          <ac:spMkLst>
            <pc:docMk/>
            <pc:sldMk cId="0" sldId="261"/>
            <ac:spMk id="17" creationId="{00000000-0000-0000-0000-000000000000}"/>
          </ac:spMkLst>
        </pc:spChg>
        <pc:spChg chg="mod">
          <ac:chgData name="Dave Idika" userId="70ea3614d7ae23b1" providerId="LiveId" clId="{705F800E-8469-4817-B8CB-EB853183F414}" dt="2026-07-21T18:49:46.731" v="582" actId="21"/>
          <ac:spMkLst>
            <pc:docMk/>
            <pc:sldMk cId="0" sldId="261"/>
            <ac:spMk id="18" creationId="{00000000-0000-0000-0000-000000000000}"/>
          </ac:spMkLst>
        </pc:spChg>
        <pc:spChg chg="mod">
          <ac:chgData name="Dave Idika" userId="70ea3614d7ae23b1" providerId="LiveId" clId="{705F800E-8469-4817-B8CB-EB853183F414}" dt="2026-07-22T10:22:28.922" v="1099" actId="14100"/>
          <ac:spMkLst>
            <pc:docMk/>
            <pc:sldMk cId="0" sldId="261"/>
            <ac:spMk id="19" creationId="{00000000-0000-0000-0000-000000000000}"/>
          </ac:spMkLst>
        </pc:spChg>
        <pc:spChg chg="mod">
          <ac:chgData name="Dave Idika" userId="70ea3614d7ae23b1" providerId="LiveId" clId="{705F800E-8469-4817-B8CB-EB853183F414}" dt="2026-07-22T10:22:35.196" v="1103" actId="403"/>
          <ac:spMkLst>
            <pc:docMk/>
            <pc:sldMk cId="0" sldId="261"/>
            <ac:spMk id="20" creationId="{00000000-0000-0000-0000-000000000000}"/>
          </ac:spMkLst>
        </pc:spChg>
        <pc:spChg chg="add mod">
          <ac:chgData name="Dave Idika" userId="70ea3614d7ae23b1" providerId="LiveId" clId="{705F800E-8469-4817-B8CB-EB853183F414}" dt="2026-07-21T19:00:53.898" v="673" actId="164"/>
          <ac:spMkLst>
            <pc:docMk/>
            <pc:sldMk cId="0" sldId="261"/>
            <ac:spMk id="31" creationId="{BE4D6B4A-8F56-D603-3D82-AA3D0C8614EF}"/>
          </ac:spMkLst>
        </pc:spChg>
        <pc:grpChg chg="add mod">
          <ac:chgData name="Dave Idika" userId="70ea3614d7ae23b1" providerId="LiveId" clId="{705F800E-8469-4817-B8CB-EB853183F414}" dt="2026-07-21T19:00:53.898" v="673" actId="164"/>
          <ac:grpSpMkLst>
            <pc:docMk/>
            <pc:sldMk cId="0" sldId="261"/>
            <ac:grpSpMk id="24" creationId="{59D9FD54-9C61-7965-1792-D51E99EC9422}"/>
          </ac:grpSpMkLst>
        </pc:grpChg>
        <pc:grpChg chg="add mod">
          <ac:chgData name="Dave Idika" userId="70ea3614d7ae23b1" providerId="LiveId" clId="{705F800E-8469-4817-B8CB-EB853183F414}" dt="2026-07-21T18:56:17.025" v="639" actId="164"/>
          <ac:grpSpMkLst>
            <pc:docMk/>
            <pc:sldMk cId="0" sldId="261"/>
            <ac:grpSpMk id="26" creationId="{D3E57B39-D600-B13C-872F-3DBD076CCE82}"/>
          </ac:grpSpMkLst>
        </pc:grpChg>
        <pc:grpChg chg="add mod">
          <ac:chgData name="Dave Idika" userId="70ea3614d7ae23b1" providerId="LiveId" clId="{705F800E-8469-4817-B8CB-EB853183F414}" dt="2026-07-21T18:55:52.097" v="634" actId="164"/>
          <ac:grpSpMkLst>
            <pc:docMk/>
            <pc:sldMk cId="0" sldId="261"/>
            <ac:grpSpMk id="27" creationId="{DABA2F3B-ADA0-C2CC-136F-09991FDBB456}"/>
          </ac:grpSpMkLst>
        </pc:grpChg>
        <pc:grpChg chg="add mod">
          <ac:chgData name="Dave Idika" userId="70ea3614d7ae23b1" providerId="LiveId" clId="{705F800E-8469-4817-B8CB-EB853183F414}" dt="2026-07-21T18:59:15.460" v="660" actId="14100"/>
          <ac:grpSpMkLst>
            <pc:docMk/>
            <pc:sldMk cId="0" sldId="261"/>
            <ac:grpSpMk id="28" creationId="{F3B3FC5B-B794-F66D-A93B-EF6D050F885B}"/>
          </ac:grpSpMkLst>
        </pc:grpChg>
        <pc:grpChg chg="add mod">
          <ac:chgData name="Dave Idika" userId="70ea3614d7ae23b1" providerId="LiveId" clId="{705F800E-8469-4817-B8CB-EB853183F414}" dt="2026-07-21T18:59:20.720" v="661" actId="14100"/>
          <ac:grpSpMkLst>
            <pc:docMk/>
            <pc:sldMk cId="0" sldId="261"/>
            <ac:grpSpMk id="29" creationId="{3FA6AB16-E449-55A6-33AD-DC9694796F0A}"/>
          </ac:grpSpMkLst>
        </pc:grpChg>
        <pc:grpChg chg="add mod">
          <ac:chgData name="Dave Idika" userId="70ea3614d7ae23b1" providerId="LiveId" clId="{705F800E-8469-4817-B8CB-EB853183F414}" dt="2026-07-21T19:00:53.898" v="673" actId="164"/>
          <ac:grpSpMkLst>
            <pc:docMk/>
            <pc:sldMk cId="0" sldId="261"/>
            <ac:grpSpMk id="32" creationId="{320E1AB3-1A3C-6596-C5BC-FC66E125D38B}"/>
          </ac:grpSpMkLst>
        </pc:grpChg>
        <pc:picChg chg="add mod">
          <ac:chgData name="Dave Idika" userId="70ea3614d7ae23b1" providerId="LiveId" clId="{705F800E-8469-4817-B8CB-EB853183F414}" dt="2026-07-21T18:56:52.491" v="646" actId="1076"/>
          <ac:picMkLst>
            <pc:docMk/>
            <pc:sldMk cId="0" sldId="261"/>
            <ac:picMk id="23" creationId="{EBBADB74-00B7-9FF0-1DD8-955EA0AE54DB}"/>
          </ac:picMkLst>
        </pc:picChg>
      </pc:sldChg>
      <pc:sldChg chg="addSp delSp modSp mod">
        <pc:chgData name="Dave Idika" userId="70ea3614d7ae23b1" providerId="LiveId" clId="{705F800E-8469-4817-B8CB-EB853183F414}" dt="2026-07-22T10:26:50.087" v="1195" actId="403"/>
        <pc:sldMkLst>
          <pc:docMk/>
          <pc:sldMk cId="0" sldId="262"/>
        </pc:sldMkLst>
        <pc:spChg chg="mod">
          <ac:chgData name="Dave Idika" userId="70ea3614d7ae23b1" providerId="LiveId" clId="{705F800E-8469-4817-B8CB-EB853183F414}" dt="2026-07-22T10:22:52.003" v="1106" actId="404"/>
          <ac:spMkLst>
            <pc:docMk/>
            <pc:sldMk cId="0" sldId="262"/>
            <ac:spMk id="2" creationId="{00000000-0000-0000-0000-000000000000}"/>
          </ac:spMkLst>
        </pc:spChg>
        <pc:spChg chg="mod">
          <ac:chgData name="Dave Idika" userId="70ea3614d7ae23b1" providerId="LiveId" clId="{705F800E-8469-4817-B8CB-EB853183F414}" dt="2026-07-21T19:01:58.133" v="679" actId="164"/>
          <ac:spMkLst>
            <pc:docMk/>
            <pc:sldMk cId="0" sldId="262"/>
            <ac:spMk id="3" creationId="{00000000-0000-0000-0000-000000000000}"/>
          </ac:spMkLst>
        </pc:spChg>
        <pc:spChg chg="mod">
          <ac:chgData name="Dave Idika" userId="70ea3614d7ae23b1" providerId="LiveId" clId="{705F800E-8469-4817-B8CB-EB853183F414}" dt="2026-07-22T10:23:09.275" v="1114" actId="403"/>
          <ac:spMkLst>
            <pc:docMk/>
            <pc:sldMk cId="0" sldId="262"/>
            <ac:spMk id="4" creationId="{00000000-0000-0000-0000-000000000000}"/>
          </ac:spMkLst>
        </pc:spChg>
        <pc:spChg chg="mod">
          <ac:chgData name="Dave Idika" userId="70ea3614d7ae23b1" providerId="LiveId" clId="{705F800E-8469-4817-B8CB-EB853183F414}" dt="2026-07-22T10:22:59.072" v="1109" actId="403"/>
          <ac:spMkLst>
            <pc:docMk/>
            <pc:sldMk cId="0" sldId="262"/>
            <ac:spMk id="5" creationId="{00000000-0000-0000-0000-000000000000}"/>
          </ac:spMkLst>
        </pc:spChg>
        <pc:spChg chg="mod">
          <ac:chgData name="Dave Idika" userId="70ea3614d7ae23b1" providerId="LiveId" clId="{705F800E-8469-4817-B8CB-EB853183F414}" dt="2026-07-22T10:23:38.407" v="1132" actId="403"/>
          <ac:spMkLst>
            <pc:docMk/>
            <pc:sldMk cId="0" sldId="262"/>
            <ac:spMk id="6" creationId="{00000000-0000-0000-0000-000000000000}"/>
          </ac:spMkLst>
        </pc:spChg>
        <pc:spChg chg="mod">
          <ac:chgData name="Dave Idika" userId="70ea3614d7ae23b1" providerId="LiveId" clId="{705F800E-8469-4817-B8CB-EB853183F414}" dt="2026-07-21T19:02:32.512" v="682" actId="164"/>
          <ac:spMkLst>
            <pc:docMk/>
            <pc:sldMk cId="0" sldId="262"/>
            <ac:spMk id="7" creationId="{00000000-0000-0000-0000-000000000000}"/>
          </ac:spMkLst>
        </pc:spChg>
        <pc:spChg chg="mod">
          <ac:chgData name="Dave Idika" userId="70ea3614d7ae23b1" providerId="LiveId" clId="{705F800E-8469-4817-B8CB-EB853183F414}" dt="2026-07-22T10:23:16.046" v="1119" actId="403"/>
          <ac:spMkLst>
            <pc:docMk/>
            <pc:sldMk cId="0" sldId="262"/>
            <ac:spMk id="8" creationId="{00000000-0000-0000-0000-000000000000}"/>
          </ac:spMkLst>
        </pc:spChg>
        <pc:spChg chg="mod">
          <ac:chgData name="Dave Idika" userId="70ea3614d7ae23b1" providerId="LiveId" clId="{705F800E-8469-4817-B8CB-EB853183F414}" dt="2026-07-22T10:23:24.083" v="1124" actId="404"/>
          <ac:spMkLst>
            <pc:docMk/>
            <pc:sldMk cId="0" sldId="262"/>
            <ac:spMk id="9" creationId="{00000000-0000-0000-0000-000000000000}"/>
          </ac:spMkLst>
        </pc:spChg>
        <pc:spChg chg="mod">
          <ac:chgData name="Dave Idika" userId="70ea3614d7ae23b1" providerId="LiveId" clId="{705F800E-8469-4817-B8CB-EB853183F414}" dt="2026-07-22T10:23:47.930" v="1140" actId="403"/>
          <ac:spMkLst>
            <pc:docMk/>
            <pc:sldMk cId="0" sldId="262"/>
            <ac:spMk id="10" creationId="{00000000-0000-0000-0000-000000000000}"/>
          </ac:spMkLst>
        </pc:spChg>
        <pc:spChg chg="mod">
          <ac:chgData name="Dave Idika" userId="70ea3614d7ae23b1" providerId="LiveId" clId="{705F800E-8469-4817-B8CB-EB853183F414}" dt="2026-07-21T19:05:07.004" v="708" actId="164"/>
          <ac:spMkLst>
            <pc:docMk/>
            <pc:sldMk cId="0" sldId="262"/>
            <ac:spMk id="14" creationId="{00000000-0000-0000-0000-000000000000}"/>
          </ac:spMkLst>
        </pc:spChg>
        <pc:spChg chg="mod">
          <ac:chgData name="Dave Idika" userId="70ea3614d7ae23b1" providerId="LiveId" clId="{705F800E-8469-4817-B8CB-EB853183F414}" dt="2026-07-22T10:24:10.716" v="1152" actId="403"/>
          <ac:spMkLst>
            <pc:docMk/>
            <pc:sldMk cId="0" sldId="262"/>
            <ac:spMk id="15" creationId="{00000000-0000-0000-0000-000000000000}"/>
          </ac:spMkLst>
        </pc:spChg>
        <pc:spChg chg="mod">
          <ac:chgData name="Dave Idika" userId="70ea3614d7ae23b1" providerId="LiveId" clId="{705F800E-8469-4817-B8CB-EB853183F414}" dt="2026-07-22T10:24:33.972" v="1155" actId="14100"/>
          <ac:spMkLst>
            <pc:docMk/>
            <pc:sldMk cId="0" sldId="262"/>
            <ac:spMk id="16" creationId="{00000000-0000-0000-0000-000000000000}"/>
          </ac:spMkLst>
        </pc:spChg>
        <pc:spChg chg="mod">
          <ac:chgData name="Dave Idika" userId="70ea3614d7ae23b1" providerId="LiveId" clId="{705F800E-8469-4817-B8CB-EB853183F414}" dt="2026-07-22T10:23:56.653" v="1146" actId="404"/>
          <ac:spMkLst>
            <pc:docMk/>
            <pc:sldMk cId="0" sldId="262"/>
            <ac:spMk id="17" creationId="{00000000-0000-0000-0000-000000000000}"/>
          </ac:spMkLst>
        </pc:spChg>
        <pc:spChg chg="mod">
          <ac:chgData name="Dave Idika" userId="70ea3614d7ae23b1" providerId="LiveId" clId="{705F800E-8469-4817-B8CB-EB853183F414}" dt="2026-07-21T12:27:00.152" v="354"/>
          <ac:spMkLst>
            <pc:docMk/>
            <pc:sldMk cId="0" sldId="262"/>
            <ac:spMk id="18" creationId="{00000000-0000-0000-0000-000000000000}"/>
          </ac:spMkLst>
        </pc:spChg>
        <pc:spChg chg="add mod">
          <ac:chgData name="Dave Idika" userId="70ea3614d7ae23b1" providerId="LiveId" clId="{705F800E-8469-4817-B8CB-EB853183F414}" dt="2026-07-21T12:01:00.817" v="318"/>
          <ac:spMkLst>
            <pc:docMk/>
            <pc:sldMk cId="0" sldId="262"/>
            <ac:spMk id="22" creationId="{9036ED78-40E4-5C01-BFC3-D37469FAFE25}"/>
          </ac:spMkLst>
        </pc:spChg>
        <pc:spChg chg="add mod">
          <ac:chgData name="Dave Idika" userId="70ea3614d7ae23b1" providerId="LiveId" clId="{705F800E-8469-4817-B8CB-EB853183F414}" dt="2026-07-21T12:22:42.539" v="339"/>
          <ac:spMkLst>
            <pc:docMk/>
            <pc:sldMk cId="0" sldId="262"/>
            <ac:spMk id="25" creationId="{842483C2-40C7-42A8-E011-18E36B64FE4B}"/>
          </ac:spMkLst>
        </pc:spChg>
        <pc:grpChg chg="add mod">
          <ac:chgData name="Dave Idika" userId="70ea3614d7ae23b1" providerId="LiveId" clId="{705F800E-8469-4817-B8CB-EB853183F414}" dt="2026-07-21T19:06:19.167" v="719" actId="14100"/>
          <ac:grpSpMkLst>
            <pc:docMk/>
            <pc:sldMk cId="0" sldId="262"/>
            <ac:grpSpMk id="21" creationId="{0B7CB745-0D85-4ABB-8FC6-C54E9F1FE503}"/>
          </ac:grpSpMkLst>
        </pc:grpChg>
        <pc:grpChg chg="add mod">
          <ac:chgData name="Dave Idika" userId="70ea3614d7ae23b1" providerId="LiveId" clId="{705F800E-8469-4817-B8CB-EB853183F414}" dt="2026-07-21T19:03:58.783" v="697" actId="14100"/>
          <ac:grpSpMkLst>
            <pc:docMk/>
            <pc:sldMk cId="0" sldId="262"/>
            <ac:grpSpMk id="24" creationId="{FCF292FE-4741-47A1-B931-44F50EF2EC44}"/>
          </ac:grpSpMkLst>
        </pc:grpChg>
        <pc:grpChg chg="add mod">
          <ac:chgData name="Dave Idika" userId="70ea3614d7ae23b1" providerId="LiveId" clId="{705F800E-8469-4817-B8CB-EB853183F414}" dt="2026-07-21T19:02:59.726" v="686" actId="14100"/>
          <ac:grpSpMkLst>
            <pc:docMk/>
            <pc:sldMk cId="0" sldId="262"/>
            <ac:grpSpMk id="27" creationId="{E228DD64-F8E3-44D2-3161-E07F16A23F06}"/>
          </ac:grpSpMkLst>
        </pc:grpChg>
        <pc:grpChg chg="add mod">
          <ac:chgData name="Dave Idika" userId="70ea3614d7ae23b1" providerId="LiveId" clId="{705F800E-8469-4817-B8CB-EB853183F414}" dt="2026-07-21T19:02:51.760" v="685" actId="14100"/>
          <ac:grpSpMkLst>
            <pc:docMk/>
            <pc:sldMk cId="0" sldId="262"/>
            <ac:grpSpMk id="28" creationId="{CE5DD22C-5721-47F2-2F85-077C809DE276}"/>
          </ac:grpSpMkLst>
        </pc:grpChg>
        <pc:grpChg chg="add mod">
          <ac:chgData name="Dave Idika" userId="70ea3614d7ae23b1" providerId="LiveId" clId="{705F800E-8469-4817-B8CB-EB853183F414}" dt="2026-07-21T19:05:42.328" v="710" actId="14100"/>
          <ac:grpSpMkLst>
            <pc:docMk/>
            <pc:sldMk cId="0" sldId="262"/>
            <ac:grpSpMk id="29" creationId="{8D461081-7096-83C3-14B8-F574687C07F0}"/>
          </ac:grpSpMkLst>
        </pc:grpChg>
        <pc:graphicFrameChg chg="add mod">
          <ac:chgData name="Dave Idika" userId="70ea3614d7ae23b1" providerId="LiveId" clId="{705F800E-8469-4817-B8CB-EB853183F414}" dt="2026-07-22T10:25:38.148" v="1172" actId="403"/>
          <ac:graphicFrameMkLst>
            <pc:docMk/>
            <pc:sldMk cId="0" sldId="262"/>
            <ac:graphicFrameMk id="23" creationId="{8A2119C9-8F57-F247-0282-C4418D8F0DB4}"/>
          </ac:graphicFrameMkLst>
        </pc:graphicFrameChg>
        <pc:graphicFrameChg chg="add mod">
          <ac:chgData name="Dave Idika" userId="70ea3614d7ae23b1" providerId="LiveId" clId="{705F800E-8469-4817-B8CB-EB853183F414}" dt="2026-07-22T10:26:50.087" v="1195" actId="403"/>
          <ac:graphicFrameMkLst>
            <pc:docMk/>
            <pc:sldMk cId="0" sldId="262"/>
            <ac:graphicFrameMk id="26" creationId="{D825C405-ACDB-A0B8-77AD-57A736BFEC95}"/>
          </ac:graphicFrameMkLst>
        </pc:graphicFrameChg>
      </pc:sldChg>
      <pc:sldChg chg="addSp modSp mod">
        <pc:chgData name="Dave Idika" userId="70ea3614d7ae23b1" providerId="LiveId" clId="{705F800E-8469-4817-B8CB-EB853183F414}" dt="2026-07-22T10:29:02.773" v="1239" actId="403"/>
        <pc:sldMkLst>
          <pc:docMk/>
          <pc:sldMk cId="0" sldId="263"/>
        </pc:sldMkLst>
        <pc:spChg chg="mod">
          <ac:chgData name="Dave Idika" userId="70ea3614d7ae23b1" providerId="LiveId" clId="{705F800E-8469-4817-B8CB-EB853183F414}" dt="2026-07-22T10:27:51.395" v="1200" actId="403"/>
          <ac:spMkLst>
            <pc:docMk/>
            <pc:sldMk cId="0" sldId="263"/>
            <ac:spMk id="2" creationId="{00000000-0000-0000-0000-000000000000}"/>
          </ac:spMkLst>
        </pc:spChg>
        <pc:spChg chg="mod">
          <ac:chgData name="Dave Idika" userId="70ea3614d7ae23b1" providerId="LiveId" clId="{705F800E-8469-4817-B8CB-EB853183F414}" dt="2026-07-22T10:28:02.783" v="1204" actId="403"/>
          <ac:spMkLst>
            <pc:docMk/>
            <pc:sldMk cId="0" sldId="263"/>
            <ac:spMk id="3" creationId="{00000000-0000-0000-0000-000000000000}"/>
          </ac:spMkLst>
        </pc:spChg>
        <pc:spChg chg="mod">
          <ac:chgData name="Dave Idika" userId="70ea3614d7ae23b1" providerId="LiveId" clId="{705F800E-8469-4817-B8CB-EB853183F414}" dt="2026-07-21T19:09:04.254" v="725" actId="164"/>
          <ac:spMkLst>
            <pc:docMk/>
            <pc:sldMk cId="0" sldId="263"/>
            <ac:spMk id="4" creationId="{00000000-0000-0000-0000-000000000000}"/>
          </ac:spMkLst>
        </pc:spChg>
        <pc:spChg chg="mod">
          <ac:chgData name="Dave Idika" userId="70ea3614d7ae23b1" providerId="LiveId" clId="{705F800E-8469-4817-B8CB-EB853183F414}" dt="2026-07-21T19:16:07.986" v="763" actId="207"/>
          <ac:spMkLst>
            <pc:docMk/>
            <pc:sldMk cId="0" sldId="263"/>
            <ac:spMk id="5" creationId="{00000000-0000-0000-0000-000000000000}"/>
          </ac:spMkLst>
        </pc:spChg>
        <pc:spChg chg="mod">
          <ac:chgData name="Dave Idika" userId="70ea3614d7ae23b1" providerId="LiveId" clId="{705F800E-8469-4817-B8CB-EB853183F414}" dt="2026-07-21T19:15:54.599" v="762" actId="207"/>
          <ac:spMkLst>
            <pc:docMk/>
            <pc:sldMk cId="0" sldId="263"/>
            <ac:spMk id="6" creationId="{00000000-0000-0000-0000-000000000000}"/>
          </ac:spMkLst>
        </pc:spChg>
        <pc:spChg chg="mod">
          <ac:chgData name="Dave Idika" userId="70ea3614d7ae23b1" providerId="LiveId" clId="{705F800E-8469-4817-B8CB-EB853183F414}" dt="2026-07-22T10:28:11.105" v="1209" actId="403"/>
          <ac:spMkLst>
            <pc:docMk/>
            <pc:sldMk cId="0" sldId="263"/>
            <ac:spMk id="7" creationId="{00000000-0000-0000-0000-000000000000}"/>
          </ac:spMkLst>
        </pc:spChg>
        <pc:spChg chg="mod">
          <ac:chgData name="Dave Idika" userId="70ea3614d7ae23b1" providerId="LiveId" clId="{705F800E-8469-4817-B8CB-EB853183F414}" dt="2026-07-21T19:09:25.882" v="727" actId="164"/>
          <ac:spMkLst>
            <pc:docMk/>
            <pc:sldMk cId="0" sldId="263"/>
            <ac:spMk id="8" creationId="{00000000-0000-0000-0000-000000000000}"/>
          </ac:spMkLst>
        </pc:spChg>
        <pc:spChg chg="mod">
          <ac:chgData name="Dave Idika" userId="70ea3614d7ae23b1" providerId="LiveId" clId="{705F800E-8469-4817-B8CB-EB853183F414}" dt="2026-07-21T19:16:16.207" v="764" actId="207"/>
          <ac:spMkLst>
            <pc:docMk/>
            <pc:sldMk cId="0" sldId="263"/>
            <ac:spMk id="9" creationId="{00000000-0000-0000-0000-000000000000}"/>
          </ac:spMkLst>
        </pc:spChg>
        <pc:spChg chg="mod">
          <ac:chgData name="Dave Idika" userId="70ea3614d7ae23b1" providerId="LiveId" clId="{705F800E-8469-4817-B8CB-EB853183F414}" dt="2026-07-21T19:09:25.882" v="727" actId="164"/>
          <ac:spMkLst>
            <pc:docMk/>
            <pc:sldMk cId="0" sldId="263"/>
            <ac:spMk id="10" creationId="{00000000-0000-0000-0000-000000000000}"/>
          </ac:spMkLst>
        </pc:spChg>
        <pc:spChg chg="mod">
          <ac:chgData name="Dave Idika" userId="70ea3614d7ae23b1" providerId="LiveId" clId="{705F800E-8469-4817-B8CB-EB853183F414}" dt="2026-07-22T10:28:26.644" v="1214" actId="403"/>
          <ac:spMkLst>
            <pc:docMk/>
            <pc:sldMk cId="0" sldId="263"/>
            <ac:spMk id="11" creationId="{00000000-0000-0000-0000-000000000000}"/>
          </ac:spMkLst>
        </pc:spChg>
        <pc:spChg chg="mod">
          <ac:chgData name="Dave Idika" userId="70ea3614d7ae23b1" providerId="LiveId" clId="{705F800E-8469-4817-B8CB-EB853183F414}" dt="2026-07-21T19:10:36.825" v="733" actId="164"/>
          <ac:spMkLst>
            <pc:docMk/>
            <pc:sldMk cId="0" sldId="263"/>
            <ac:spMk id="12" creationId="{00000000-0000-0000-0000-000000000000}"/>
          </ac:spMkLst>
        </pc:spChg>
        <pc:spChg chg="mod">
          <ac:chgData name="Dave Idika" userId="70ea3614d7ae23b1" providerId="LiveId" clId="{705F800E-8469-4817-B8CB-EB853183F414}" dt="2026-07-21T19:16:24.262" v="765" actId="207"/>
          <ac:spMkLst>
            <pc:docMk/>
            <pc:sldMk cId="0" sldId="263"/>
            <ac:spMk id="13" creationId="{00000000-0000-0000-0000-000000000000}"/>
          </ac:spMkLst>
        </pc:spChg>
        <pc:spChg chg="mod">
          <ac:chgData name="Dave Idika" userId="70ea3614d7ae23b1" providerId="LiveId" clId="{705F800E-8469-4817-B8CB-EB853183F414}" dt="2026-07-21T19:10:36.825" v="733" actId="164"/>
          <ac:spMkLst>
            <pc:docMk/>
            <pc:sldMk cId="0" sldId="263"/>
            <ac:spMk id="14" creationId="{00000000-0000-0000-0000-000000000000}"/>
          </ac:spMkLst>
        </pc:spChg>
        <pc:spChg chg="mod">
          <ac:chgData name="Dave Idika" userId="70ea3614d7ae23b1" providerId="LiveId" clId="{705F800E-8469-4817-B8CB-EB853183F414}" dt="2026-07-22T10:28:34.309" v="1219" actId="403"/>
          <ac:spMkLst>
            <pc:docMk/>
            <pc:sldMk cId="0" sldId="263"/>
            <ac:spMk id="15" creationId="{00000000-0000-0000-0000-000000000000}"/>
          </ac:spMkLst>
        </pc:spChg>
        <pc:spChg chg="mod">
          <ac:chgData name="Dave Idika" userId="70ea3614d7ae23b1" providerId="LiveId" clId="{705F800E-8469-4817-B8CB-EB853183F414}" dt="2026-07-21T19:10:54.284" v="735" actId="164"/>
          <ac:spMkLst>
            <pc:docMk/>
            <pc:sldMk cId="0" sldId="263"/>
            <ac:spMk id="16" creationId="{00000000-0000-0000-0000-000000000000}"/>
          </ac:spMkLst>
        </pc:spChg>
        <pc:spChg chg="mod">
          <ac:chgData name="Dave Idika" userId="70ea3614d7ae23b1" providerId="LiveId" clId="{705F800E-8469-4817-B8CB-EB853183F414}" dt="2026-07-21T19:16:32.261" v="766" actId="207"/>
          <ac:spMkLst>
            <pc:docMk/>
            <pc:sldMk cId="0" sldId="263"/>
            <ac:spMk id="17" creationId="{00000000-0000-0000-0000-000000000000}"/>
          </ac:spMkLst>
        </pc:spChg>
        <pc:spChg chg="mod">
          <ac:chgData name="Dave Idika" userId="70ea3614d7ae23b1" providerId="LiveId" clId="{705F800E-8469-4817-B8CB-EB853183F414}" dt="2026-07-21T19:10:54.284" v="735" actId="164"/>
          <ac:spMkLst>
            <pc:docMk/>
            <pc:sldMk cId="0" sldId="263"/>
            <ac:spMk id="18" creationId="{00000000-0000-0000-0000-000000000000}"/>
          </ac:spMkLst>
        </pc:spChg>
        <pc:spChg chg="mod">
          <ac:chgData name="Dave Idika" userId="70ea3614d7ae23b1" providerId="LiveId" clId="{705F800E-8469-4817-B8CB-EB853183F414}" dt="2026-07-22T10:28:41.300" v="1224" actId="403"/>
          <ac:spMkLst>
            <pc:docMk/>
            <pc:sldMk cId="0" sldId="263"/>
            <ac:spMk id="19" creationId="{00000000-0000-0000-0000-000000000000}"/>
          </ac:spMkLst>
        </pc:spChg>
        <pc:spChg chg="mod">
          <ac:chgData name="Dave Idika" userId="70ea3614d7ae23b1" providerId="LiveId" clId="{705F800E-8469-4817-B8CB-EB853183F414}" dt="2026-07-21T19:12:23.774" v="739" actId="164"/>
          <ac:spMkLst>
            <pc:docMk/>
            <pc:sldMk cId="0" sldId="263"/>
            <ac:spMk id="20" creationId="{00000000-0000-0000-0000-000000000000}"/>
          </ac:spMkLst>
        </pc:spChg>
        <pc:spChg chg="mod">
          <ac:chgData name="Dave Idika" userId="70ea3614d7ae23b1" providerId="LiveId" clId="{705F800E-8469-4817-B8CB-EB853183F414}" dt="2026-07-21T19:16:38.858" v="767" actId="207"/>
          <ac:spMkLst>
            <pc:docMk/>
            <pc:sldMk cId="0" sldId="263"/>
            <ac:spMk id="21" creationId="{00000000-0000-0000-0000-000000000000}"/>
          </ac:spMkLst>
        </pc:spChg>
        <pc:spChg chg="mod">
          <ac:chgData name="Dave Idika" userId="70ea3614d7ae23b1" providerId="LiveId" clId="{705F800E-8469-4817-B8CB-EB853183F414}" dt="2026-07-21T19:12:23.774" v="739" actId="164"/>
          <ac:spMkLst>
            <pc:docMk/>
            <pc:sldMk cId="0" sldId="263"/>
            <ac:spMk id="22" creationId="{00000000-0000-0000-0000-000000000000}"/>
          </ac:spMkLst>
        </pc:spChg>
        <pc:spChg chg="mod">
          <ac:chgData name="Dave Idika" userId="70ea3614d7ae23b1" providerId="LiveId" clId="{705F800E-8469-4817-B8CB-EB853183F414}" dt="2026-07-22T10:28:50.082" v="1231" actId="404"/>
          <ac:spMkLst>
            <pc:docMk/>
            <pc:sldMk cId="0" sldId="263"/>
            <ac:spMk id="23" creationId="{00000000-0000-0000-0000-000000000000}"/>
          </ac:spMkLst>
        </pc:spChg>
        <pc:spChg chg="mod">
          <ac:chgData name="Dave Idika" userId="70ea3614d7ae23b1" providerId="LiveId" clId="{705F800E-8469-4817-B8CB-EB853183F414}" dt="2026-07-21T19:12:37.278" v="741" actId="164"/>
          <ac:spMkLst>
            <pc:docMk/>
            <pc:sldMk cId="0" sldId="263"/>
            <ac:spMk id="24" creationId="{00000000-0000-0000-0000-000000000000}"/>
          </ac:spMkLst>
        </pc:spChg>
        <pc:spChg chg="mod">
          <ac:chgData name="Dave Idika" userId="70ea3614d7ae23b1" providerId="LiveId" clId="{705F800E-8469-4817-B8CB-EB853183F414}" dt="2026-07-21T19:16:46.435" v="768" actId="207"/>
          <ac:spMkLst>
            <pc:docMk/>
            <pc:sldMk cId="0" sldId="263"/>
            <ac:spMk id="25" creationId="{00000000-0000-0000-0000-000000000000}"/>
          </ac:spMkLst>
        </pc:spChg>
        <pc:spChg chg="mod">
          <ac:chgData name="Dave Idika" userId="70ea3614d7ae23b1" providerId="LiveId" clId="{705F800E-8469-4817-B8CB-EB853183F414}" dt="2026-07-21T19:12:37.278" v="741" actId="164"/>
          <ac:spMkLst>
            <pc:docMk/>
            <pc:sldMk cId="0" sldId="263"/>
            <ac:spMk id="26" creationId="{00000000-0000-0000-0000-000000000000}"/>
          </ac:spMkLst>
        </pc:spChg>
        <pc:spChg chg="mod">
          <ac:chgData name="Dave Idika" userId="70ea3614d7ae23b1" providerId="LiveId" clId="{705F800E-8469-4817-B8CB-EB853183F414}" dt="2026-07-22T10:28:56.263" v="1236" actId="403"/>
          <ac:spMkLst>
            <pc:docMk/>
            <pc:sldMk cId="0" sldId="263"/>
            <ac:spMk id="27" creationId="{00000000-0000-0000-0000-000000000000}"/>
          </ac:spMkLst>
        </pc:spChg>
        <pc:spChg chg="mod">
          <ac:chgData name="Dave Idika" userId="70ea3614d7ae23b1" providerId="LiveId" clId="{705F800E-8469-4817-B8CB-EB853183F414}" dt="2026-07-22T10:29:02.773" v="1239" actId="403"/>
          <ac:spMkLst>
            <pc:docMk/>
            <pc:sldMk cId="0" sldId="263"/>
            <ac:spMk id="28" creationId="{00000000-0000-0000-0000-000000000000}"/>
          </ac:spMkLst>
        </pc:spChg>
        <pc:spChg chg="mod">
          <ac:chgData name="Dave Idika" userId="70ea3614d7ae23b1" providerId="LiveId" clId="{705F800E-8469-4817-B8CB-EB853183F414}" dt="2026-07-21T12:27:00.152" v="354"/>
          <ac:spMkLst>
            <pc:docMk/>
            <pc:sldMk cId="0" sldId="263"/>
            <ac:spMk id="29" creationId="{00000000-0000-0000-0000-000000000000}"/>
          </ac:spMkLst>
        </pc:spChg>
        <pc:grpChg chg="add mod">
          <ac:chgData name="Dave Idika" userId="70ea3614d7ae23b1" providerId="LiveId" clId="{705F800E-8469-4817-B8CB-EB853183F414}" dt="2026-07-21T19:09:09.039" v="726" actId="1076"/>
          <ac:grpSpMkLst>
            <pc:docMk/>
            <pc:sldMk cId="0" sldId="263"/>
            <ac:grpSpMk id="32" creationId="{BB988174-2B14-8D1F-B7A3-9488C93BC77C}"/>
          </ac:grpSpMkLst>
        </pc:grpChg>
        <pc:grpChg chg="add mod">
          <ac:chgData name="Dave Idika" userId="70ea3614d7ae23b1" providerId="LiveId" clId="{705F800E-8469-4817-B8CB-EB853183F414}" dt="2026-07-21T19:13:06.778" v="743" actId="1076"/>
          <ac:grpSpMkLst>
            <pc:docMk/>
            <pc:sldMk cId="0" sldId="263"/>
            <ac:grpSpMk id="33" creationId="{916D218F-1301-82CE-7CBE-D1918D184F60}"/>
          </ac:grpSpMkLst>
        </pc:grpChg>
        <pc:grpChg chg="add mod">
          <ac:chgData name="Dave Idika" userId="70ea3614d7ae23b1" providerId="LiveId" clId="{705F800E-8469-4817-B8CB-EB853183F414}" dt="2026-07-21T19:13:31.444" v="746" actId="465"/>
          <ac:grpSpMkLst>
            <pc:docMk/>
            <pc:sldMk cId="0" sldId="263"/>
            <ac:grpSpMk id="36" creationId="{51418FCA-008A-B0AD-603E-26BC8C109A85}"/>
          </ac:grpSpMkLst>
        </pc:grpChg>
        <pc:grpChg chg="add mod">
          <ac:chgData name="Dave Idika" userId="70ea3614d7ae23b1" providerId="LiveId" clId="{705F800E-8469-4817-B8CB-EB853183F414}" dt="2026-07-21T19:13:50.665" v="747" actId="465"/>
          <ac:grpSpMkLst>
            <pc:docMk/>
            <pc:sldMk cId="0" sldId="263"/>
            <ac:grpSpMk id="37" creationId="{7FF717EF-AB12-3A92-7DAC-E797CF0C6FDE}"/>
          </ac:grpSpMkLst>
        </pc:grpChg>
        <pc:grpChg chg="add mod">
          <ac:chgData name="Dave Idika" userId="70ea3614d7ae23b1" providerId="LiveId" clId="{705F800E-8469-4817-B8CB-EB853183F414}" dt="2026-07-21T19:12:29.023" v="740" actId="1076"/>
          <ac:grpSpMkLst>
            <pc:docMk/>
            <pc:sldMk cId="0" sldId="263"/>
            <ac:grpSpMk id="38" creationId="{B4941469-DAC4-392F-95FE-9C20AAC7CC29}"/>
          </ac:grpSpMkLst>
        </pc:grpChg>
        <pc:grpChg chg="add mod">
          <ac:chgData name="Dave Idika" userId="70ea3614d7ae23b1" providerId="LiveId" clId="{705F800E-8469-4817-B8CB-EB853183F414}" dt="2026-07-21T19:13:18.519" v="745" actId="1076"/>
          <ac:grpSpMkLst>
            <pc:docMk/>
            <pc:sldMk cId="0" sldId="263"/>
            <ac:grpSpMk id="39" creationId="{4732AF42-40EE-A6FE-0D21-D632DF9C47D8}"/>
          </ac:grpSpMkLst>
        </pc:grpChg>
      </pc:sldChg>
      <pc:sldChg chg="addSp delSp modSp mod setBg">
        <pc:chgData name="Dave Idika" userId="70ea3614d7ae23b1" providerId="LiveId" clId="{705F800E-8469-4817-B8CB-EB853183F414}" dt="2026-07-22T10:41:01.064" v="1322" actId="408"/>
        <pc:sldMkLst>
          <pc:docMk/>
          <pc:sldMk cId="0" sldId="264"/>
        </pc:sldMkLst>
        <pc:spChg chg="mod">
          <ac:chgData name="Dave Idika" userId="70ea3614d7ae23b1" providerId="LiveId" clId="{705F800E-8469-4817-B8CB-EB853183F414}" dt="2026-07-21T19:25:09.627" v="813" actId="207"/>
          <ac:spMkLst>
            <pc:docMk/>
            <pc:sldMk cId="0" sldId="264"/>
            <ac:spMk id="2" creationId="{00000000-0000-0000-0000-000000000000}"/>
          </ac:spMkLst>
        </pc:spChg>
        <pc:spChg chg="mod">
          <ac:chgData name="Dave Idika" userId="70ea3614d7ae23b1" providerId="LiveId" clId="{705F800E-8469-4817-B8CB-EB853183F414}" dt="2026-07-21T19:25:03.545" v="812" actId="207"/>
          <ac:spMkLst>
            <pc:docMk/>
            <pc:sldMk cId="0" sldId="264"/>
            <ac:spMk id="3" creationId="{00000000-0000-0000-0000-000000000000}"/>
          </ac:spMkLst>
        </pc:spChg>
        <pc:spChg chg="mod">
          <ac:chgData name="Dave Idika" userId="70ea3614d7ae23b1" providerId="LiveId" clId="{705F800E-8469-4817-B8CB-EB853183F414}" dt="2026-07-22T10:29:33.355" v="1243" actId="404"/>
          <ac:spMkLst>
            <pc:docMk/>
            <pc:sldMk cId="0" sldId="264"/>
            <ac:spMk id="4" creationId="{00000000-0000-0000-0000-000000000000}"/>
          </ac:spMkLst>
        </pc:spChg>
        <pc:spChg chg="mod">
          <ac:chgData name="Dave Idika" userId="70ea3614d7ae23b1" providerId="LiveId" clId="{705F800E-8469-4817-B8CB-EB853183F414}" dt="2026-07-21T19:26:24.477" v="821" actId="164"/>
          <ac:spMkLst>
            <pc:docMk/>
            <pc:sldMk cId="0" sldId="264"/>
            <ac:spMk id="5" creationId="{00000000-0000-0000-0000-000000000000}"/>
          </ac:spMkLst>
        </pc:spChg>
        <pc:spChg chg="mod">
          <ac:chgData name="Dave Idika" userId="70ea3614d7ae23b1" providerId="LiveId" clId="{705F800E-8469-4817-B8CB-EB853183F414}" dt="2026-07-22T10:29:43.729" v="1245" actId="403"/>
          <ac:spMkLst>
            <pc:docMk/>
            <pc:sldMk cId="0" sldId="264"/>
            <ac:spMk id="6" creationId="{00000000-0000-0000-0000-000000000000}"/>
          </ac:spMkLst>
        </pc:spChg>
        <pc:spChg chg="mod">
          <ac:chgData name="Dave Idika" userId="70ea3614d7ae23b1" providerId="LiveId" clId="{705F800E-8469-4817-B8CB-EB853183F414}" dt="2026-07-22T10:30:07.800" v="1251" actId="403"/>
          <ac:spMkLst>
            <pc:docMk/>
            <pc:sldMk cId="0" sldId="264"/>
            <ac:spMk id="7" creationId="{00000000-0000-0000-0000-000000000000}"/>
          </ac:spMkLst>
        </pc:spChg>
        <pc:spChg chg="mod">
          <ac:chgData name="Dave Idika" userId="70ea3614d7ae23b1" providerId="LiveId" clId="{705F800E-8469-4817-B8CB-EB853183F414}" dt="2026-07-22T10:39:39.030" v="1315" actId="403"/>
          <ac:spMkLst>
            <pc:docMk/>
            <pc:sldMk cId="0" sldId="264"/>
            <ac:spMk id="20" creationId="{00000000-0000-0000-0000-000000000000}"/>
          </ac:spMkLst>
        </pc:spChg>
        <pc:grpChg chg="add mod">
          <ac:chgData name="Dave Idika" userId="70ea3614d7ae23b1" providerId="LiveId" clId="{705F800E-8469-4817-B8CB-EB853183F414}" dt="2026-07-22T10:29:48.846" v="1246" actId="1076"/>
          <ac:grpSpMkLst>
            <pc:docMk/>
            <pc:sldMk cId="0" sldId="264"/>
            <ac:grpSpMk id="22" creationId="{2A4FE69F-D352-3DBF-5083-74267104C6DA}"/>
          </ac:grpSpMkLst>
        </pc:grpChg>
        <pc:picChg chg="add mod">
          <ac:chgData name="Dave Idika" userId="70ea3614d7ae23b1" providerId="LiveId" clId="{705F800E-8469-4817-B8CB-EB853183F414}" dt="2026-07-22T10:40:01.980" v="1317" actId="552"/>
          <ac:picMkLst>
            <pc:docMk/>
            <pc:sldMk cId="0" sldId="264"/>
            <ac:picMk id="24" creationId="{CA7DA6FD-DA42-4329-3650-EF8874406A2D}"/>
          </ac:picMkLst>
        </pc:picChg>
        <pc:picChg chg="add mod">
          <ac:chgData name="Dave Idika" userId="70ea3614d7ae23b1" providerId="LiveId" clId="{705F800E-8469-4817-B8CB-EB853183F414}" dt="2026-07-22T10:41:01.064" v="1322" actId="408"/>
          <ac:picMkLst>
            <pc:docMk/>
            <pc:sldMk cId="0" sldId="264"/>
            <ac:picMk id="26" creationId="{B3786509-0BF0-6314-D80A-B99628624369}"/>
          </ac:picMkLst>
        </pc:picChg>
        <pc:picChg chg="add mod">
          <ac:chgData name="Dave Idika" userId="70ea3614d7ae23b1" providerId="LiveId" clId="{705F800E-8469-4817-B8CB-EB853183F414}" dt="2026-07-22T10:41:01.064" v="1322" actId="408"/>
          <ac:picMkLst>
            <pc:docMk/>
            <pc:sldMk cId="0" sldId="264"/>
            <ac:picMk id="28" creationId="{C9B856E4-38C9-1A18-DF08-D0DBDBDA9934}"/>
          </ac:picMkLst>
        </pc:picChg>
        <pc:picChg chg="add mod">
          <ac:chgData name="Dave Idika" userId="70ea3614d7ae23b1" providerId="LiveId" clId="{705F800E-8469-4817-B8CB-EB853183F414}" dt="2026-07-22T10:40:41.951" v="1320" actId="553"/>
          <ac:picMkLst>
            <pc:docMk/>
            <pc:sldMk cId="0" sldId="264"/>
            <ac:picMk id="30" creationId="{05B43FB7-708A-604E-8A49-22F3682A0FE9}"/>
          </ac:picMkLst>
        </pc:picChg>
      </pc:sldChg>
      <pc:sldChg chg="add del">
        <pc:chgData name="Dave Idika" userId="70ea3614d7ae23b1" providerId="LiveId" clId="{705F800E-8469-4817-B8CB-EB853183F414}" dt="2026-08-04T09:51:54.936" v="2062" actId="2696"/>
        <pc:sldMkLst>
          <pc:docMk/>
          <pc:sldMk cId="1047350148" sldId="265"/>
        </pc:sldMkLst>
      </pc:sldChg>
      <pc:sldChg chg="addSp modSp add del mod">
        <pc:chgData name="Dave Idika" userId="70ea3614d7ae23b1" providerId="LiveId" clId="{705F800E-8469-4817-B8CB-EB853183F414}" dt="2026-08-04T10:20:29.054" v="2136" actId="2696"/>
        <pc:sldMkLst>
          <pc:docMk/>
          <pc:sldMk cId="1816887696" sldId="265"/>
        </pc:sldMkLst>
        <pc:spChg chg="add mod">
          <ac:chgData name="Dave Idika" userId="70ea3614d7ae23b1" providerId="LiveId" clId="{705F800E-8469-4817-B8CB-EB853183F414}" dt="2026-08-04T10:09:09.946" v="2066"/>
          <ac:spMkLst>
            <pc:docMk/>
            <pc:sldMk cId="1816887696" sldId="265"/>
            <ac:spMk id="5" creationId="{748399B8-D081-4667-9404-D7B0F7CCA9ED}"/>
          </ac:spMkLst>
        </pc:spChg>
        <pc:spChg chg="add mod">
          <ac:chgData name="Dave Idika" userId="70ea3614d7ae23b1" providerId="LiveId" clId="{705F800E-8469-4817-B8CB-EB853183F414}" dt="2026-08-04T10:17:37.618" v="2113"/>
          <ac:spMkLst>
            <pc:docMk/>
            <pc:sldMk cId="1816887696" sldId="265"/>
            <ac:spMk id="11" creationId="{142A5D20-2542-4012-8B38-A45A22A4FC83}"/>
          </ac:spMkLst>
        </pc:spChg>
        <pc:grpChg chg="add mod">
          <ac:chgData name="Dave Idika" userId="70ea3614d7ae23b1" providerId="LiveId" clId="{705F800E-8469-4817-B8CB-EB853183F414}" dt="2026-08-04T10:09:09.946" v="2066"/>
          <ac:grpSpMkLst>
            <pc:docMk/>
            <pc:sldMk cId="1816887696" sldId="265"/>
            <ac:grpSpMk id="4" creationId="{2717C6D1-7DC3-ED87-94AE-788BFB8A90A7}"/>
          </ac:grpSpMkLst>
        </pc:grpChg>
        <pc:grpChg chg="add mod">
          <ac:chgData name="Dave Idika" userId="70ea3614d7ae23b1" providerId="LiveId" clId="{705F800E-8469-4817-B8CB-EB853183F414}" dt="2026-08-04T10:15:07.359" v="2093" actId="164"/>
          <ac:grpSpMkLst>
            <pc:docMk/>
            <pc:sldMk cId="1816887696" sldId="265"/>
            <ac:grpSpMk id="9" creationId="{537D3F77-1C81-8553-E883-5B1BF0F95062}"/>
          </ac:grpSpMkLst>
        </pc:grpChg>
        <pc:grpChg chg="add mod">
          <ac:chgData name="Dave Idika" userId="70ea3614d7ae23b1" providerId="LiveId" clId="{705F800E-8469-4817-B8CB-EB853183F414}" dt="2026-08-04T10:17:37.618" v="2113"/>
          <ac:grpSpMkLst>
            <pc:docMk/>
            <pc:sldMk cId="1816887696" sldId="265"/>
            <ac:grpSpMk id="10" creationId="{1A38C8D5-6ED7-98D9-1D8F-E6FF62C9F855}"/>
          </ac:grpSpMkLst>
        </pc:grpChg>
        <pc:grpChg chg="mod">
          <ac:chgData name="Dave Idika" userId="70ea3614d7ae23b1" providerId="LiveId" clId="{705F800E-8469-4817-B8CB-EB853183F414}" dt="2026-08-04T10:15:07.359" v="2093" actId="164"/>
          <ac:grpSpMkLst>
            <pc:docMk/>
            <pc:sldMk cId="1816887696" sldId="265"/>
            <ac:grpSpMk id="77" creationId="{42871D6E-2487-7ECD-B061-BE294233056C}"/>
          </ac:grpSpMkLst>
        </pc:grpChg>
        <pc:grpChg chg="mod">
          <ac:chgData name="Dave Idika" userId="70ea3614d7ae23b1" providerId="LiveId" clId="{705F800E-8469-4817-B8CB-EB853183F414}" dt="2026-08-04T10:15:07.359" v="2093" actId="164"/>
          <ac:grpSpMkLst>
            <pc:docMk/>
            <pc:sldMk cId="1816887696" sldId="265"/>
            <ac:grpSpMk id="78" creationId="{34241242-7CF9-BA21-896F-A7653FE2C2EB}"/>
          </ac:grpSpMkLst>
        </pc:grpChg>
        <pc:grpChg chg="mod">
          <ac:chgData name="Dave Idika" userId="70ea3614d7ae23b1" providerId="LiveId" clId="{705F800E-8469-4817-B8CB-EB853183F414}" dt="2026-08-04T10:15:07.359" v="2093" actId="164"/>
          <ac:grpSpMkLst>
            <pc:docMk/>
            <pc:sldMk cId="1816887696" sldId="265"/>
            <ac:grpSpMk id="79" creationId="{E62A28A4-D365-877C-D53D-C769B59E4C05}"/>
          </ac:grpSpMkLst>
        </pc:grpChg>
        <pc:grpChg chg="mod">
          <ac:chgData name="Dave Idika" userId="70ea3614d7ae23b1" providerId="LiveId" clId="{705F800E-8469-4817-B8CB-EB853183F414}" dt="2026-08-04T10:15:07.359" v="2093" actId="164"/>
          <ac:grpSpMkLst>
            <pc:docMk/>
            <pc:sldMk cId="1816887696" sldId="265"/>
            <ac:grpSpMk id="80" creationId="{4A21E3DA-263E-7F42-59C2-E8D3ED81FCF0}"/>
          </ac:grpSpMkLst>
        </pc:grpChg>
        <pc:graphicFrameChg chg="add mod">
          <ac:chgData name="Dave Idika" userId="70ea3614d7ae23b1" providerId="LiveId" clId="{705F800E-8469-4817-B8CB-EB853183F414}" dt="2026-08-04T10:09:09.946" v="2066"/>
          <ac:graphicFrameMkLst>
            <pc:docMk/>
            <pc:sldMk cId="1816887696" sldId="265"/>
            <ac:graphicFrameMk id="6" creationId="{16667FD1-8361-48DD-96D5-4FB30D00BCE5}"/>
          </ac:graphicFrameMkLst>
        </pc:graphicFrameChg>
        <pc:graphicFrameChg chg="add mod">
          <ac:chgData name="Dave Idika" userId="70ea3614d7ae23b1" providerId="LiveId" clId="{705F800E-8469-4817-B8CB-EB853183F414}" dt="2026-08-04T10:17:37.618" v="2113"/>
          <ac:graphicFrameMkLst>
            <pc:docMk/>
            <pc:sldMk cId="1816887696" sldId="265"/>
            <ac:graphicFrameMk id="12" creationId="{88D4C124-D2CB-4C2F-8C87-261D0962635A}"/>
          </ac:graphicFrameMkLst>
        </pc:graphicFrameChg>
        <pc:picChg chg="add mod">
          <ac:chgData name="Dave Idika" userId="70ea3614d7ae23b1" providerId="LiveId" clId="{705F800E-8469-4817-B8CB-EB853183F414}" dt="2026-08-04T10:09:56.959" v="2073" actId="14100"/>
          <ac:picMkLst>
            <pc:docMk/>
            <pc:sldMk cId="1816887696" sldId="265"/>
            <ac:picMk id="8" creationId="{53531780-F3D3-0C6F-B9E1-B7E267CDBF61}"/>
          </ac:picMkLst>
        </pc:picChg>
        <pc:picChg chg="add mod">
          <ac:chgData name="Dave Idika" userId="70ea3614d7ae23b1" providerId="LiveId" clId="{705F800E-8469-4817-B8CB-EB853183F414}" dt="2026-08-04T10:18:28.312" v="2117" actId="14100"/>
          <ac:picMkLst>
            <pc:docMk/>
            <pc:sldMk cId="1816887696" sldId="265"/>
            <ac:picMk id="14" creationId="{3473F4BA-D337-320D-4C7A-A44F593DC129}"/>
          </ac:picMkLst>
        </pc:picChg>
      </pc:sldChg>
      <pc:sldChg chg="addSp delSp modSp add del mod">
        <pc:chgData name="Dave Idika" userId="70ea3614d7ae23b1" providerId="LiveId" clId="{705F800E-8469-4817-B8CB-EB853183F414}" dt="2026-08-03T10:31:24.795" v="1643" actId="2696"/>
        <pc:sldMkLst>
          <pc:docMk/>
          <pc:sldMk cId="3982785104" sldId="265"/>
        </pc:sldMkLst>
        <pc:spChg chg="mod">
          <ac:chgData name="Dave Idika" userId="70ea3614d7ae23b1" providerId="LiveId" clId="{705F800E-8469-4817-B8CB-EB853183F414}" dt="2026-08-03T10:19:32.423" v="1561"/>
          <ac:spMkLst>
            <pc:docMk/>
            <pc:sldMk cId="3982785104" sldId="265"/>
            <ac:spMk id="40" creationId="{86136A4F-01DF-DD83-24BE-1AC201C5E9D8}"/>
          </ac:spMkLst>
        </pc:spChg>
        <pc:spChg chg="mod">
          <ac:chgData name="Dave Idika" userId="70ea3614d7ae23b1" providerId="LiveId" clId="{705F800E-8469-4817-B8CB-EB853183F414}" dt="2026-08-03T10:19:32.423" v="1561"/>
          <ac:spMkLst>
            <pc:docMk/>
            <pc:sldMk cId="3982785104" sldId="265"/>
            <ac:spMk id="42" creationId="{1CA04A45-01F7-C344-1154-AAAE18155EF6}"/>
          </ac:spMkLst>
        </pc:spChg>
        <pc:spChg chg="mod">
          <ac:chgData name="Dave Idika" userId="70ea3614d7ae23b1" providerId="LiveId" clId="{705F800E-8469-4817-B8CB-EB853183F414}" dt="2026-08-03T10:19:32.423" v="1561"/>
          <ac:spMkLst>
            <pc:docMk/>
            <pc:sldMk cId="3982785104" sldId="265"/>
            <ac:spMk id="43" creationId="{BDDD437C-8670-75CA-E541-8EB286B10C7F}"/>
          </ac:spMkLst>
        </pc:spChg>
        <pc:spChg chg="mod">
          <ac:chgData name="Dave Idika" userId="70ea3614d7ae23b1" providerId="LiveId" clId="{705F800E-8469-4817-B8CB-EB853183F414}" dt="2026-08-03T10:19:32.423" v="1561"/>
          <ac:spMkLst>
            <pc:docMk/>
            <pc:sldMk cId="3982785104" sldId="265"/>
            <ac:spMk id="45" creationId="{9907D38E-5B53-0D8E-C423-9884B32630AD}"/>
          </ac:spMkLst>
        </pc:spChg>
        <pc:spChg chg="mod">
          <ac:chgData name="Dave Idika" userId="70ea3614d7ae23b1" providerId="LiveId" clId="{705F800E-8469-4817-B8CB-EB853183F414}" dt="2026-08-03T10:20:33.189" v="1568" actId="207"/>
          <ac:spMkLst>
            <pc:docMk/>
            <pc:sldMk cId="3982785104" sldId="265"/>
            <ac:spMk id="46" creationId="{E1E3695D-BE73-DE76-2BD8-9B0C869DA8E5}"/>
          </ac:spMkLst>
        </pc:spChg>
        <pc:spChg chg="mod">
          <ac:chgData name="Dave Idika" userId="70ea3614d7ae23b1" providerId="LiveId" clId="{705F800E-8469-4817-B8CB-EB853183F414}" dt="2026-08-03T10:20:28.464" v="1567" actId="207"/>
          <ac:spMkLst>
            <pc:docMk/>
            <pc:sldMk cId="3982785104" sldId="265"/>
            <ac:spMk id="47" creationId="{049466F9-50CA-089F-FE92-D8C34FAF004F}"/>
          </ac:spMkLst>
        </pc:spChg>
        <pc:spChg chg="mod">
          <ac:chgData name="Dave Idika" userId="70ea3614d7ae23b1" providerId="LiveId" clId="{705F800E-8469-4817-B8CB-EB853183F414}" dt="2026-08-03T10:20:24.579" v="1566" actId="207"/>
          <ac:spMkLst>
            <pc:docMk/>
            <pc:sldMk cId="3982785104" sldId="265"/>
            <ac:spMk id="48" creationId="{FB6B9A99-38D2-A251-8ACD-5F069093F1BF}"/>
          </ac:spMkLst>
        </pc:spChg>
        <pc:spChg chg="mod">
          <ac:chgData name="Dave Idika" userId="70ea3614d7ae23b1" providerId="LiveId" clId="{705F800E-8469-4817-B8CB-EB853183F414}" dt="2026-08-03T10:19:54.273" v="1562" actId="207"/>
          <ac:spMkLst>
            <pc:docMk/>
            <pc:sldMk cId="3982785104" sldId="265"/>
            <ac:spMk id="49" creationId="{9266C44A-C44F-4BB6-2C38-1ED37B426A51}"/>
          </ac:spMkLst>
        </pc:spChg>
        <pc:spChg chg="mod">
          <ac:chgData name="Dave Idika" userId="70ea3614d7ae23b1" providerId="LiveId" clId="{705F800E-8469-4817-B8CB-EB853183F414}" dt="2026-08-03T10:20:15.645" v="1565" actId="207"/>
          <ac:spMkLst>
            <pc:docMk/>
            <pc:sldMk cId="3982785104" sldId="265"/>
            <ac:spMk id="50" creationId="{54AD99FA-1156-35DF-33CE-B4037B4C97AE}"/>
          </ac:spMkLst>
        </pc:spChg>
        <pc:spChg chg="mod">
          <ac:chgData name="Dave Idika" userId="70ea3614d7ae23b1" providerId="LiveId" clId="{705F800E-8469-4817-B8CB-EB853183F414}" dt="2026-08-03T10:20:04.768" v="1563" actId="207"/>
          <ac:spMkLst>
            <pc:docMk/>
            <pc:sldMk cId="3982785104" sldId="265"/>
            <ac:spMk id="51" creationId="{1204E05D-6380-A01E-5745-4EF2A1DA5D17}"/>
          </ac:spMkLst>
        </pc:spChg>
        <pc:grpChg chg="del">
          <ac:chgData name="Dave Idika" userId="70ea3614d7ae23b1" providerId="LiveId" clId="{705F800E-8469-4817-B8CB-EB853183F414}" dt="2026-08-03T10:19:25.344" v="1557" actId="478"/>
          <ac:grpSpMkLst>
            <pc:docMk/>
            <pc:sldMk cId="3982785104" sldId="265"/>
            <ac:grpSpMk id="32" creationId="{7C280239-C57D-7751-616D-9E67E95FFA44}"/>
          </ac:grpSpMkLst>
        </pc:grpChg>
        <pc:grpChg chg="del">
          <ac:chgData name="Dave Idika" userId="70ea3614d7ae23b1" providerId="LiveId" clId="{705F800E-8469-4817-B8CB-EB853183F414}" dt="2026-08-03T10:19:27.226" v="1558" actId="478"/>
          <ac:grpSpMkLst>
            <pc:docMk/>
            <pc:sldMk cId="3982785104" sldId="265"/>
            <ac:grpSpMk id="33" creationId="{9D81F8B2-E7CF-67AC-547B-830B8F619A9F}"/>
          </ac:grpSpMkLst>
        </pc:grpChg>
        <pc:grpChg chg="del">
          <ac:chgData name="Dave Idika" userId="70ea3614d7ae23b1" providerId="LiveId" clId="{705F800E-8469-4817-B8CB-EB853183F414}" dt="2026-08-03T10:19:28.969" v="1559" actId="478"/>
          <ac:grpSpMkLst>
            <pc:docMk/>
            <pc:sldMk cId="3982785104" sldId="265"/>
            <ac:grpSpMk id="34" creationId="{34151987-F285-404C-4293-1E898858AE61}"/>
          </ac:grpSpMkLst>
        </pc:grpChg>
        <pc:grpChg chg="del">
          <ac:chgData name="Dave Idika" userId="70ea3614d7ae23b1" providerId="LiveId" clId="{705F800E-8469-4817-B8CB-EB853183F414}" dt="2026-08-03T10:19:30.405" v="1560" actId="478"/>
          <ac:grpSpMkLst>
            <pc:docMk/>
            <pc:sldMk cId="3982785104" sldId="265"/>
            <ac:grpSpMk id="35" creationId="{2A1DD979-1511-567E-4F0B-36B88B89E4C3}"/>
          </ac:grpSpMkLst>
        </pc:grpChg>
        <pc:picChg chg="add mod">
          <ac:chgData name="Dave Idika" userId="70ea3614d7ae23b1" providerId="LiveId" clId="{705F800E-8469-4817-B8CB-EB853183F414}" dt="2026-08-03T10:17:17.899" v="1538" actId="14100"/>
          <ac:picMkLst>
            <pc:docMk/>
            <pc:sldMk cId="3982785104" sldId="265"/>
            <ac:picMk id="24" creationId="{94243578-5776-E0B7-7FDF-7DEB13B02556}"/>
          </ac:picMkLst>
        </pc:picChg>
      </pc:sldChg>
      <pc:sldChg chg="addSp delSp modSp add del mod">
        <pc:chgData name="Dave Idika" userId="70ea3614d7ae23b1" providerId="LiveId" clId="{705F800E-8469-4817-B8CB-EB853183F414}" dt="2026-08-04T11:06:38.927" v="2259" actId="2696"/>
        <pc:sldMkLst>
          <pc:docMk/>
          <pc:sldMk cId="4273128633" sldId="265"/>
        </pc:sldMkLst>
        <pc:spChg chg="mod">
          <ac:chgData name="Dave Idika" userId="70ea3614d7ae23b1" providerId="LiveId" clId="{705F800E-8469-4817-B8CB-EB853183F414}" dt="2026-08-04T11:02:46.454" v="2234" actId="20577"/>
          <ac:spMkLst>
            <pc:docMk/>
            <pc:sldMk cId="4273128633" sldId="265"/>
            <ac:spMk id="12" creationId="{460D231E-0FB7-0957-2698-6EFC8A4EC456}"/>
          </ac:spMkLst>
        </pc:spChg>
        <pc:spChg chg="add mod">
          <ac:chgData name="Dave Idika" userId="70ea3614d7ae23b1" providerId="LiveId" clId="{705F800E-8469-4817-B8CB-EB853183F414}" dt="2026-08-04T10:50:16.563" v="2174"/>
          <ac:spMkLst>
            <pc:docMk/>
            <pc:sldMk cId="4273128633" sldId="265"/>
            <ac:spMk id="28" creationId="{C14DE3A3-8B6F-4B0C-A02D-3CFFA6B703A9}"/>
          </ac:spMkLst>
        </pc:spChg>
        <pc:grpChg chg="add mod">
          <ac:chgData name="Dave Idika" userId="70ea3614d7ae23b1" providerId="LiveId" clId="{705F800E-8469-4817-B8CB-EB853183F414}" dt="2026-08-04T10:27:07.744" v="2150" actId="164"/>
          <ac:grpSpMkLst>
            <pc:docMk/>
            <pc:sldMk cId="4273128633" sldId="265"/>
            <ac:grpSpMk id="3" creationId="{050752E7-0D0D-4F01-FECC-6138B066BA8A}"/>
          </ac:grpSpMkLst>
        </pc:grpChg>
        <pc:grpChg chg="add mod">
          <ac:chgData name="Dave Idika" userId="70ea3614d7ae23b1" providerId="LiveId" clId="{705F800E-8469-4817-B8CB-EB853183F414}" dt="2026-08-04T10:50:16.563" v="2174"/>
          <ac:grpSpMkLst>
            <pc:docMk/>
            <pc:sldMk cId="4273128633" sldId="265"/>
            <ac:grpSpMk id="27" creationId="{3A035892-5BBF-4885-8BB5-B840341C8622}"/>
          </ac:grpSpMkLst>
        </pc:grpChg>
        <pc:grpChg chg="mod">
          <ac:chgData name="Dave Idika" userId="70ea3614d7ae23b1" providerId="LiveId" clId="{705F800E-8469-4817-B8CB-EB853183F414}" dt="2026-08-04T10:27:07.744" v="2150" actId="164"/>
          <ac:grpSpMkLst>
            <pc:docMk/>
            <pc:sldMk cId="4273128633" sldId="265"/>
            <ac:grpSpMk id="31" creationId="{D0DFC5AE-7299-4320-377E-96F99A347B5D}"/>
          </ac:grpSpMkLst>
        </pc:grpChg>
        <pc:grpChg chg="mod">
          <ac:chgData name="Dave Idika" userId="70ea3614d7ae23b1" providerId="LiveId" clId="{705F800E-8469-4817-B8CB-EB853183F414}" dt="2026-08-04T10:27:07.744" v="2150" actId="164"/>
          <ac:grpSpMkLst>
            <pc:docMk/>
            <pc:sldMk cId="4273128633" sldId="265"/>
            <ac:grpSpMk id="32" creationId="{0157971D-9CC0-C4DF-E1CA-89991CE10710}"/>
          </ac:grpSpMkLst>
        </pc:grpChg>
        <pc:grpChg chg="mod">
          <ac:chgData name="Dave Idika" userId="70ea3614d7ae23b1" providerId="LiveId" clId="{705F800E-8469-4817-B8CB-EB853183F414}" dt="2026-08-04T10:27:07.744" v="2150" actId="164"/>
          <ac:grpSpMkLst>
            <pc:docMk/>
            <pc:sldMk cId="4273128633" sldId="265"/>
            <ac:grpSpMk id="33" creationId="{DC02DED8-9107-CBBA-4196-6E6DDED075CB}"/>
          </ac:grpSpMkLst>
        </pc:grpChg>
        <pc:grpChg chg="mod">
          <ac:chgData name="Dave Idika" userId="70ea3614d7ae23b1" providerId="LiveId" clId="{705F800E-8469-4817-B8CB-EB853183F414}" dt="2026-08-04T10:27:07.744" v="2150" actId="164"/>
          <ac:grpSpMkLst>
            <pc:docMk/>
            <pc:sldMk cId="4273128633" sldId="265"/>
            <ac:grpSpMk id="34" creationId="{203611E4-9416-DBDC-D2C9-80095F37487B}"/>
          </ac:grpSpMkLst>
        </pc:grpChg>
        <pc:graphicFrameChg chg="add mod">
          <ac:chgData name="Dave Idika" userId="70ea3614d7ae23b1" providerId="LiveId" clId="{705F800E-8469-4817-B8CB-EB853183F414}" dt="2026-08-04T10:37:31.888" v="2158"/>
          <ac:graphicFrameMkLst>
            <pc:docMk/>
            <pc:sldMk cId="4273128633" sldId="265"/>
            <ac:graphicFrameMk id="4" creationId="{12F43045-2E6C-C79F-AA13-322B661A262D}"/>
          </ac:graphicFrameMkLst>
        </pc:graphicFrameChg>
        <pc:graphicFrameChg chg="add mod">
          <ac:chgData name="Dave Idika" userId="70ea3614d7ae23b1" providerId="LiveId" clId="{705F800E-8469-4817-B8CB-EB853183F414}" dt="2026-08-04T10:50:16.563" v="2174"/>
          <ac:graphicFrameMkLst>
            <pc:docMk/>
            <pc:sldMk cId="4273128633" sldId="265"/>
            <ac:graphicFrameMk id="29" creationId="{970CB97F-66C1-D714-41A9-BFCAA717EC92}"/>
          </ac:graphicFrameMkLst>
        </pc:graphicFrameChg>
        <pc:graphicFrameChg chg="add del mod">
          <ac:chgData name="Dave Idika" userId="70ea3614d7ae23b1" providerId="LiveId" clId="{705F800E-8469-4817-B8CB-EB853183F414}" dt="2026-08-04T10:56:57.723" v="2181" actId="478"/>
          <ac:graphicFrameMkLst>
            <pc:docMk/>
            <pc:sldMk cId="4273128633" sldId="265"/>
            <ac:graphicFrameMk id="36" creationId="{98BF654C-F526-BF02-CB80-AEB7A75672BF}"/>
          </ac:graphicFrameMkLst>
        </pc:graphicFrameChg>
        <pc:graphicFrameChg chg="add mod">
          <ac:chgData name="Dave Idika" userId="70ea3614d7ae23b1" providerId="LiveId" clId="{705F800E-8469-4817-B8CB-EB853183F414}" dt="2026-08-04T10:57:16.884" v="2184"/>
          <ac:graphicFrameMkLst>
            <pc:docMk/>
            <pc:sldMk cId="4273128633" sldId="265"/>
            <ac:graphicFrameMk id="37" creationId="{98BF654C-F526-BF02-CB80-AEB7A75672BF}"/>
          </ac:graphicFrameMkLst>
        </pc:graphicFrameChg>
        <pc:picChg chg="add del">
          <ac:chgData name="Dave Idika" userId="70ea3614d7ae23b1" providerId="LiveId" clId="{705F800E-8469-4817-B8CB-EB853183F414}" dt="2026-08-04T10:39:21.616" v="2168" actId="478"/>
          <ac:picMkLst>
            <pc:docMk/>
            <pc:sldMk cId="4273128633" sldId="265"/>
            <ac:picMk id="25" creationId="{9812D8BA-283A-8FBA-EBF2-ED3BA16A6FDE}"/>
          </ac:picMkLst>
        </pc:picChg>
        <pc:picChg chg="add mod">
          <ac:chgData name="Dave Idika" userId="70ea3614d7ae23b1" providerId="LiveId" clId="{705F800E-8469-4817-B8CB-EB853183F414}" dt="2026-08-04T10:50:35.062" v="2178" actId="14100"/>
          <ac:picMkLst>
            <pc:docMk/>
            <pc:sldMk cId="4273128633" sldId="265"/>
            <ac:picMk id="35" creationId="{9D215C60-8071-452A-9EC4-35EDB786B166}"/>
          </ac:picMkLst>
        </pc:picChg>
        <pc:picChg chg="add mod">
          <ac:chgData name="Dave Idika" userId="70ea3614d7ae23b1" providerId="LiveId" clId="{705F800E-8469-4817-B8CB-EB853183F414}" dt="2026-08-04T10:57:39.710" v="2189" actId="14100"/>
          <ac:picMkLst>
            <pc:docMk/>
            <pc:sldMk cId="4273128633" sldId="265"/>
            <ac:picMk id="39" creationId="{E6952C92-E1A5-A090-B0CF-769DD8B91CFD}"/>
          </ac:picMkLst>
        </pc:picChg>
      </pc:sldChg>
      <pc:sldChg chg="addSp delSp modSp add del mod">
        <pc:chgData name="Dave Idika" userId="70ea3614d7ae23b1" providerId="LiveId" clId="{705F800E-8469-4817-B8CB-EB853183F414}" dt="2026-08-03T10:31:27.187" v="1644" actId="2696"/>
        <pc:sldMkLst>
          <pc:docMk/>
          <pc:sldMk cId="70740113" sldId="266"/>
        </pc:sldMkLst>
        <pc:spChg chg="mod">
          <ac:chgData name="Dave Idika" userId="70ea3614d7ae23b1" providerId="LiveId" clId="{705F800E-8469-4817-B8CB-EB853183F414}" dt="2026-08-03T10:24:22.793" v="1589"/>
          <ac:spMkLst>
            <pc:docMk/>
            <pc:sldMk cId="70740113" sldId="266"/>
            <ac:spMk id="40" creationId="{3B6FF347-5DED-93DA-6F39-76C9E65B4482}"/>
          </ac:spMkLst>
        </pc:spChg>
        <pc:spChg chg="mod">
          <ac:chgData name="Dave Idika" userId="70ea3614d7ae23b1" providerId="LiveId" clId="{705F800E-8469-4817-B8CB-EB853183F414}" dt="2026-08-03T10:24:22.793" v="1589"/>
          <ac:spMkLst>
            <pc:docMk/>
            <pc:sldMk cId="70740113" sldId="266"/>
            <ac:spMk id="41" creationId="{3F1A672B-1BAC-39F6-250D-93D554D4F490}"/>
          </ac:spMkLst>
        </pc:spChg>
        <pc:spChg chg="mod">
          <ac:chgData name="Dave Idika" userId="70ea3614d7ae23b1" providerId="LiveId" clId="{705F800E-8469-4817-B8CB-EB853183F414}" dt="2026-08-03T10:24:22.793" v="1589"/>
          <ac:spMkLst>
            <pc:docMk/>
            <pc:sldMk cId="70740113" sldId="266"/>
            <ac:spMk id="43" creationId="{8365BDBD-8F52-C703-843F-E2C16FD84409}"/>
          </ac:spMkLst>
        </pc:spChg>
        <pc:spChg chg="mod">
          <ac:chgData name="Dave Idika" userId="70ea3614d7ae23b1" providerId="LiveId" clId="{705F800E-8469-4817-B8CB-EB853183F414}" dt="2026-08-03T10:24:22.793" v="1589"/>
          <ac:spMkLst>
            <pc:docMk/>
            <pc:sldMk cId="70740113" sldId="266"/>
            <ac:spMk id="44" creationId="{98C3AF1A-4017-DAB0-C72F-7DF984013D09}"/>
          </ac:spMkLst>
        </pc:spChg>
        <pc:spChg chg="mod">
          <ac:chgData name="Dave Idika" userId="70ea3614d7ae23b1" providerId="LiveId" clId="{705F800E-8469-4817-B8CB-EB853183F414}" dt="2026-08-03T10:24:22.793" v="1589"/>
          <ac:spMkLst>
            <pc:docMk/>
            <pc:sldMk cId="70740113" sldId="266"/>
            <ac:spMk id="45" creationId="{8090581E-1714-EEAF-0F34-94640968C572}"/>
          </ac:spMkLst>
        </pc:spChg>
        <pc:spChg chg="mod">
          <ac:chgData name="Dave Idika" userId="70ea3614d7ae23b1" providerId="LiveId" clId="{705F800E-8469-4817-B8CB-EB853183F414}" dt="2026-08-03T10:24:22.793" v="1589"/>
          <ac:spMkLst>
            <pc:docMk/>
            <pc:sldMk cId="70740113" sldId="266"/>
            <ac:spMk id="46" creationId="{E7A8F6AF-FE88-024C-C91F-CA301DF473BD}"/>
          </ac:spMkLst>
        </pc:spChg>
        <pc:spChg chg="mod">
          <ac:chgData name="Dave Idika" userId="70ea3614d7ae23b1" providerId="LiveId" clId="{705F800E-8469-4817-B8CB-EB853183F414}" dt="2026-08-03T10:24:22.793" v="1589"/>
          <ac:spMkLst>
            <pc:docMk/>
            <pc:sldMk cId="70740113" sldId="266"/>
            <ac:spMk id="48" creationId="{8FFAF980-02F3-9AC3-F616-A2BAC9765D1B}"/>
          </ac:spMkLst>
        </pc:spChg>
        <pc:spChg chg="mod">
          <ac:chgData name="Dave Idika" userId="70ea3614d7ae23b1" providerId="LiveId" clId="{705F800E-8469-4817-B8CB-EB853183F414}" dt="2026-08-03T10:24:22.793" v="1589"/>
          <ac:spMkLst>
            <pc:docMk/>
            <pc:sldMk cId="70740113" sldId="266"/>
            <ac:spMk id="49" creationId="{5688D9F3-77E1-2DFF-4EB6-169929E5AD0A}"/>
          </ac:spMkLst>
        </pc:spChg>
        <pc:spChg chg="mod">
          <ac:chgData name="Dave Idika" userId="70ea3614d7ae23b1" providerId="LiveId" clId="{705F800E-8469-4817-B8CB-EB853183F414}" dt="2026-08-03T10:24:22.793" v="1589"/>
          <ac:spMkLst>
            <pc:docMk/>
            <pc:sldMk cId="70740113" sldId="266"/>
            <ac:spMk id="50" creationId="{616E4B75-D3EF-21CE-6BD7-E88618D3D380}"/>
          </ac:spMkLst>
        </pc:spChg>
        <pc:spChg chg="mod">
          <ac:chgData name="Dave Idika" userId="70ea3614d7ae23b1" providerId="LiveId" clId="{705F800E-8469-4817-B8CB-EB853183F414}" dt="2026-08-03T10:24:22.793" v="1589"/>
          <ac:spMkLst>
            <pc:docMk/>
            <pc:sldMk cId="70740113" sldId="266"/>
            <ac:spMk id="51" creationId="{C32B7859-9961-9924-0389-898D4E7575E7}"/>
          </ac:spMkLst>
        </pc:spChg>
        <pc:grpChg chg="del">
          <ac:chgData name="Dave Idika" userId="70ea3614d7ae23b1" providerId="LiveId" clId="{705F800E-8469-4817-B8CB-EB853183F414}" dt="2026-08-03T10:24:17.068" v="1585" actId="478"/>
          <ac:grpSpMkLst>
            <pc:docMk/>
            <pc:sldMk cId="70740113" sldId="266"/>
            <ac:grpSpMk id="32" creationId="{343B8D70-4836-134D-9CF0-5DDD1A3583E3}"/>
          </ac:grpSpMkLst>
        </pc:grpChg>
        <pc:grpChg chg="del">
          <ac:chgData name="Dave Idika" userId="70ea3614d7ae23b1" providerId="LiveId" clId="{705F800E-8469-4817-B8CB-EB853183F414}" dt="2026-08-03T10:24:18.503" v="1586" actId="478"/>
          <ac:grpSpMkLst>
            <pc:docMk/>
            <pc:sldMk cId="70740113" sldId="266"/>
            <ac:grpSpMk id="33" creationId="{BB0A5F92-7832-858E-5CAB-578181514216}"/>
          </ac:grpSpMkLst>
        </pc:grpChg>
        <pc:grpChg chg="del">
          <ac:chgData name="Dave Idika" userId="70ea3614d7ae23b1" providerId="LiveId" clId="{705F800E-8469-4817-B8CB-EB853183F414}" dt="2026-08-03T10:24:19.808" v="1587" actId="478"/>
          <ac:grpSpMkLst>
            <pc:docMk/>
            <pc:sldMk cId="70740113" sldId="266"/>
            <ac:grpSpMk id="34" creationId="{8C1F8086-02AB-A4B8-0528-A3A2977E62E6}"/>
          </ac:grpSpMkLst>
        </pc:grpChg>
        <pc:grpChg chg="del">
          <ac:chgData name="Dave Idika" userId="70ea3614d7ae23b1" providerId="LiveId" clId="{705F800E-8469-4817-B8CB-EB853183F414}" dt="2026-08-03T10:24:21.897" v="1588" actId="478"/>
          <ac:grpSpMkLst>
            <pc:docMk/>
            <pc:sldMk cId="70740113" sldId="266"/>
            <ac:grpSpMk id="35" creationId="{59BFFAB2-354C-E074-88B0-B14011B353DF}"/>
          </ac:grpSpMkLst>
        </pc:grpChg>
        <pc:picChg chg="add mod">
          <ac:chgData name="Dave Idika" userId="70ea3614d7ae23b1" providerId="LiveId" clId="{705F800E-8469-4817-B8CB-EB853183F414}" dt="2026-08-03T10:18:19.017" v="1545" actId="14100"/>
          <ac:picMkLst>
            <pc:docMk/>
            <pc:sldMk cId="70740113" sldId="266"/>
            <ac:picMk id="24" creationId="{50726D0E-F099-8586-4982-8E2FF1742F32}"/>
          </ac:picMkLst>
        </pc:picChg>
      </pc:sldChg>
      <pc:sldChg chg="addSp delSp modSp add del mod">
        <pc:chgData name="Dave Idika" userId="70ea3614d7ae23b1" providerId="LiveId" clId="{705F800E-8469-4817-B8CB-EB853183F414}" dt="2026-08-04T09:33:01.295" v="1850" actId="2696"/>
        <pc:sldMkLst>
          <pc:docMk/>
          <pc:sldMk cId="169248937" sldId="266"/>
        </pc:sldMkLst>
        <pc:spChg chg="mod">
          <ac:chgData name="Dave Idika" userId="70ea3614d7ae23b1" providerId="LiveId" clId="{705F800E-8469-4817-B8CB-EB853183F414}" dt="2026-08-04T09:22:26.665" v="1785" actId="207"/>
          <ac:spMkLst>
            <pc:docMk/>
            <pc:sldMk cId="169248937" sldId="266"/>
            <ac:spMk id="11" creationId="{2AA917CF-D1F8-675C-FB81-903838EDA793}"/>
          </ac:spMkLst>
        </pc:spChg>
        <pc:spChg chg="mod">
          <ac:chgData name="Dave Idika" userId="70ea3614d7ae23b1" providerId="LiveId" clId="{705F800E-8469-4817-B8CB-EB853183F414}" dt="2026-08-04T09:22:21.173" v="1784" actId="207"/>
          <ac:spMkLst>
            <pc:docMk/>
            <pc:sldMk cId="169248937" sldId="266"/>
            <ac:spMk id="12" creationId="{1E0CF006-C832-1CF1-8C0A-99A41A61F572}"/>
          </ac:spMkLst>
        </pc:spChg>
        <pc:spChg chg="mod">
          <ac:chgData name="Dave Idika" userId="70ea3614d7ae23b1" providerId="LiveId" clId="{705F800E-8469-4817-B8CB-EB853183F414}" dt="2026-08-04T09:22:16.598" v="1783" actId="207"/>
          <ac:spMkLst>
            <pc:docMk/>
            <pc:sldMk cId="169248937" sldId="266"/>
            <ac:spMk id="13" creationId="{2DC8136D-CA47-5126-44F6-9F2BDAB385A5}"/>
          </ac:spMkLst>
        </pc:spChg>
        <pc:spChg chg="mod">
          <ac:chgData name="Dave Idika" userId="70ea3614d7ae23b1" providerId="LiveId" clId="{705F800E-8469-4817-B8CB-EB853183F414}" dt="2026-08-04T09:26:20.195" v="1806" actId="207"/>
          <ac:spMkLst>
            <pc:docMk/>
            <pc:sldMk cId="169248937" sldId="266"/>
            <ac:spMk id="14" creationId="{7A731125-98C6-7EC0-D994-2467F00E37C5}"/>
          </ac:spMkLst>
        </pc:spChg>
        <pc:spChg chg="mod">
          <ac:chgData name="Dave Idika" userId="70ea3614d7ae23b1" providerId="LiveId" clId="{705F800E-8469-4817-B8CB-EB853183F414}" dt="2026-08-04T09:26:08.863" v="1804" actId="207"/>
          <ac:spMkLst>
            <pc:docMk/>
            <pc:sldMk cId="169248937" sldId="266"/>
            <ac:spMk id="15" creationId="{71C54250-B259-2EFA-30DC-7ABF3E1D9CCB}"/>
          </ac:spMkLst>
        </pc:spChg>
        <pc:spChg chg="mod">
          <ac:chgData name="Dave Idika" userId="70ea3614d7ae23b1" providerId="LiveId" clId="{705F800E-8469-4817-B8CB-EB853183F414}" dt="2026-08-04T09:26:13.763" v="1805" actId="207"/>
          <ac:spMkLst>
            <pc:docMk/>
            <pc:sldMk cId="169248937" sldId="266"/>
            <ac:spMk id="16" creationId="{88DE44B9-4658-FA89-99DF-0B61BB1D9CD8}"/>
          </ac:spMkLst>
        </pc:spChg>
        <pc:spChg chg="mod">
          <ac:chgData name="Dave Idika" userId="70ea3614d7ae23b1" providerId="LiveId" clId="{705F800E-8469-4817-B8CB-EB853183F414}" dt="2026-08-04T09:26:34.186" v="1809" actId="207"/>
          <ac:spMkLst>
            <pc:docMk/>
            <pc:sldMk cId="169248937" sldId="266"/>
            <ac:spMk id="17" creationId="{44A75BD1-AB5C-1E0D-33A7-039E354FDC22}"/>
          </ac:spMkLst>
        </pc:spChg>
        <pc:spChg chg="mod">
          <ac:chgData name="Dave Idika" userId="70ea3614d7ae23b1" providerId="LiveId" clId="{705F800E-8469-4817-B8CB-EB853183F414}" dt="2026-08-04T09:26:27.159" v="1807" actId="207"/>
          <ac:spMkLst>
            <pc:docMk/>
            <pc:sldMk cId="169248937" sldId="266"/>
            <ac:spMk id="18" creationId="{26D48AAE-485C-712F-52E8-41FEE1DD4375}"/>
          </ac:spMkLst>
        </pc:spChg>
        <pc:spChg chg="mod">
          <ac:chgData name="Dave Idika" userId="70ea3614d7ae23b1" providerId="LiveId" clId="{705F800E-8469-4817-B8CB-EB853183F414}" dt="2026-08-04T09:26:30" v="1808" actId="207"/>
          <ac:spMkLst>
            <pc:docMk/>
            <pc:sldMk cId="169248937" sldId="266"/>
            <ac:spMk id="19" creationId="{5792B9FB-A56D-E238-E68C-59DECE5F5940}"/>
          </ac:spMkLst>
        </pc:spChg>
        <pc:spChg chg="mod">
          <ac:chgData name="Dave Idika" userId="70ea3614d7ae23b1" providerId="LiveId" clId="{705F800E-8469-4817-B8CB-EB853183F414}" dt="2026-08-04T09:22:05.116" v="1782" actId="165"/>
          <ac:spMkLst>
            <pc:docMk/>
            <pc:sldMk cId="169248937" sldId="266"/>
            <ac:spMk id="20" creationId="{E27878C4-92C1-3FF4-6494-EFF055E2341F}"/>
          </ac:spMkLst>
        </pc:spChg>
        <pc:spChg chg="mod">
          <ac:chgData name="Dave Idika" userId="70ea3614d7ae23b1" providerId="LiveId" clId="{705F800E-8469-4817-B8CB-EB853183F414}" dt="2026-08-04T09:22:05.116" v="1782" actId="165"/>
          <ac:spMkLst>
            <pc:docMk/>
            <pc:sldMk cId="169248937" sldId="266"/>
            <ac:spMk id="21" creationId="{A27E0B7A-9F60-FCE3-6E70-0EFBEF42FBA3}"/>
          </ac:spMkLst>
        </pc:spChg>
        <pc:spChg chg="mod">
          <ac:chgData name="Dave Idika" userId="70ea3614d7ae23b1" providerId="LiveId" clId="{705F800E-8469-4817-B8CB-EB853183F414}" dt="2026-08-04T09:22:05.116" v="1782" actId="165"/>
          <ac:spMkLst>
            <pc:docMk/>
            <pc:sldMk cId="169248937" sldId="266"/>
            <ac:spMk id="22" creationId="{7FCB5807-AA96-83D9-5158-869A0334865A}"/>
          </ac:spMkLst>
        </pc:spChg>
        <pc:picChg chg="add mod">
          <ac:chgData name="Dave Idika" userId="70ea3614d7ae23b1" providerId="LiveId" clId="{705F800E-8469-4817-B8CB-EB853183F414}" dt="2026-08-04T09:23:49.973" v="1793" actId="14100"/>
          <ac:picMkLst>
            <pc:docMk/>
            <pc:sldMk cId="169248937" sldId="266"/>
            <ac:picMk id="24" creationId="{C0348EA0-BE1B-90D8-5585-52DBA49E9BA4}"/>
          </ac:picMkLst>
        </pc:picChg>
        <pc:picChg chg="add mod">
          <ac:chgData name="Dave Idika" userId="70ea3614d7ae23b1" providerId="LiveId" clId="{705F800E-8469-4817-B8CB-EB853183F414}" dt="2026-08-04T09:27:44.254" v="1815" actId="14100"/>
          <ac:picMkLst>
            <pc:docMk/>
            <pc:sldMk cId="169248937" sldId="266"/>
            <ac:picMk id="31" creationId="{8E68AC39-2464-05E2-39C6-AE1F76279559}"/>
          </ac:picMkLst>
        </pc:picChg>
      </pc:sldChg>
      <pc:sldChg chg="addSp delSp modSp add del mod">
        <pc:chgData name="Dave Idika" userId="70ea3614d7ae23b1" providerId="LiveId" clId="{705F800E-8469-4817-B8CB-EB853183F414}" dt="2026-08-04T09:44:32.213" v="1918" actId="2696"/>
        <pc:sldMkLst>
          <pc:docMk/>
          <pc:sldMk cId="3214818502" sldId="266"/>
        </pc:sldMkLst>
        <pc:spChg chg="mod">
          <ac:chgData name="Dave Idika" userId="70ea3614d7ae23b1" providerId="LiveId" clId="{705F800E-8469-4817-B8CB-EB853183F414}" dt="2026-08-04T09:36:40.062" v="1863" actId="207"/>
          <ac:spMkLst>
            <pc:docMk/>
            <pc:sldMk cId="3214818502" sldId="266"/>
            <ac:spMk id="11" creationId="{A17FA234-1728-933A-B941-28085D839696}"/>
          </ac:spMkLst>
        </pc:spChg>
        <pc:spChg chg="mod">
          <ac:chgData name="Dave Idika" userId="70ea3614d7ae23b1" providerId="LiveId" clId="{705F800E-8469-4817-B8CB-EB853183F414}" dt="2026-08-04T09:36:35.080" v="1861" actId="207"/>
          <ac:spMkLst>
            <pc:docMk/>
            <pc:sldMk cId="3214818502" sldId="266"/>
            <ac:spMk id="12" creationId="{5E3D2B9B-1D40-AB78-7751-70F8B29C2EFA}"/>
          </ac:spMkLst>
        </pc:spChg>
        <pc:spChg chg="mod">
          <ac:chgData name="Dave Idika" userId="70ea3614d7ae23b1" providerId="LiveId" clId="{705F800E-8469-4817-B8CB-EB853183F414}" dt="2026-08-04T09:36:30.092" v="1860" actId="207"/>
          <ac:spMkLst>
            <pc:docMk/>
            <pc:sldMk cId="3214818502" sldId="266"/>
            <ac:spMk id="13" creationId="{B658CB18-79F9-9DA5-6EDB-734712EB8184}"/>
          </ac:spMkLst>
        </pc:spChg>
        <pc:spChg chg="mod">
          <ac:chgData name="Dave Idika" userId="70ea3614d7ae23b1" providerId="LiveId" clId="{705F800E-8469-4817-B8CB-EB853183F414}" dt="2026-08-04T09:36:21.941" v="1859" actId="165"/>
          <ac:spMkLst>
            <pc:docMk/>
            <pc:sldMk cId="3214818502" sldId="266"/>
            <ac:spMk id="14" creationId="{86FA1C19-EF1B-9893-68E8-D5DD84D1998C}"/>
          </ac:spMkLst>
        </pc:spChg>
        <pc:spChg chg="mod">
          <ac:chgData name="Dave Idika" userId="70ea3614d7ae23b1" providerId="LiveId" clId="{705F800E-8469-4817-B8CB-EB853183F414}" dt="2026-08-04T09:41:05.365" v="1888" actId="207"/>
          <ac:spMkLst>
            <pc:docMk/>
            <pc:sldMk cId="3214818502" sldId="266"/>
            <ac:spMk id="15" creationId="{E564740A-EC63-093B-1E6D-3B3CF0B54D6C}"/>
          </ac:spMkLst>
        </pc:spChg>
        <pc:spChg chg="mod">
          <ac:chgData name="Dave Idika" userId="70ea3614d7ae23b1" providerId="LiveId" clId="{705F800E-8469-4817-B8CB-EB853183F414}" dt="2026-08-04T09:36:21.941" v="1859" actId="165"/>
          <ac:spMkLst>
            <pc:docMk/>
            <pc:sldMk cId="3214818502" sldId="266"/>
            <ac:spMk id="16" creationId="{ED79EB99-7837-F838-2B75-FFE74BB58066}"/>
          </ac:spMkLst>
        </pc:spChg>
        <pc:spChg chg="mod">
          <ac:chgData name="Dave Idika" userId="70ea3614d7ae23b1" providerId="LiveId" clId="{705F800E-8469-4817-B8CB-EB853183F414}" dt="2026-08-04T09:41:22.297" v="1892" actId="207"/>
          <ac:spMkLst>
            <pc:docMk/>
            <pc:sldMk cId="3214818502" sldId="266"/>
            <ac:spMk id="17" creationId="{7E277F08-8B78-AEB0-F095-AD39BE60967D}"/>
          </ac:spMkLst>
        </pc:spChg>
        <pc:spChg chg="mod">
          <ac:chgData name="Dave Idika" userId="70ea3614d7ae23b1" providerId="LiveId" clId="{705F800E-8469-4817-B8CB-EB853183F414}" dt="2026-08-04T09:41:13.818" v="1890" actId="207"/>
          <ac:spMkLst>
            <pc:docMk/>
            <pc:sldMk cId="3214818502" sldId="266"/>
            <ac:spMk id="18" creationId="{8D2171D3-4406-2D83-5207-507420B62345}"/>
          </ac:spMkLst>
        </pc:spChg>
        <pc:spChg chg="mod">
          <ac:chgData name="Dave Idika" userId="70ea3614d7ae23b1" providerId="LiveId" clId="{705F800E-8469-4817-B8CB-EB853183F414}" dt="2026-08-04T09:41:09.430" v="1889" actId="207"/>
          <ac:spMkLst>
            <pc:docMk/>
            <pc:sldMk cId="3214818502" sldId="266"/>
            <ac:spMk id="19" creationId="{AEE34CFA-4960-A2F9-DD30-6F4FA7901858}"/>
          </ac:spMkLst>
        </pc:spChg>
        <pc:spChg chg="mod">
          <ac:chgData name="Dave Idika" userId="70ea3614d7ae23b1" providerId="LiveId" clId="{705F800E-8469-4817-B8CB-EB853183F414}" dt="2026-08-04T09:41:48.151" v="1897" actId="207"/>
          <ac:spMkLst>
            <pc:docMk/>
            <pc:sldMk cId="3214818502" sldId="266"/>
            <ac:spMk id="20" creationId="{154ED370-604F-14EA-3EBB-8F59514359D1}"/>
          </ac:spMkLst>
        </pc:spChg>
        <pc:spChg chg="mod">
          <ac:chgData name="Dave Idika" userId="70ea3614d7ae23b1" providerId="LiveId" clId="{705F800E-8469-4817-B8CB-EB853183F414}" dt="2026-08-04T09:41:30.175" v="1893" actId="207"/>
          <ac:spMkLst>
            <pc:docMk/>
            <pc:sldMk cId="3214818502" sldId="266"/>
            <ac:spMk id="21" creationId="{C7824217-DAF2-32F9-A23F-4CD583262032}"/>
          </ac:spMkLst>
        </pc:spChg>
        <pc:spChg chg="mod">
          <ac:chgData name="Dave Idika" userId="70ea3614d7ae23b1" providerId="LiveId" clId="{705F800E-8469-4817-B8CB-EB853183F414}" dt="2026-08-04T09:41:43.247" v="1896" actId="207"/>
          <ac:spMkLst>
            <pc:docMk/>
            <pc:sldMk cId="3214818502" sldId="266"/>
            <ac:spMk id="22" creationId="{DAF12EAA-D6F0-134C-B80D-C0B44B589E6E}"/>
          </ac:spMkLst>
        </pc:spChg>
        <pc:picChg chg="add mod">
          <ac:chgData name="Dave Idika" userId="70ea3614d7ae23b1" providerId="LiveId" clId="{705F800E-8469-4817-B8CB-EB853183F414}" dt="2026-08-04T09:39:30.200" v="1873" actId="14100"/>
          <ac:picMkLst>
            <pc:docMk/>
            <pc:sldMk cId="3214818502" sldId="266"/>
            <ac:picMk id="24" creationId="{DD4DCCB4-6A21-AAB6-8956-FE739A6F2263}"/>
          </ac:picMkLst>
        </pc:picChg>
        <pc:picChg chg="add mod">
          <ac:chgData name="Dave Idika" userId="70ea3614d7ae23b1" providerId="LiveId" clId="{705F800E-8469-4817-B8CB-EB853183F414}" dt="2026-08-04T09:43:17.043" v="1906" actId="14100"/>
          <ac:picMkLst>
            <pc:docMk/>
            <pc:sldMk cId="3214818502" sldId="266"/>
            <ac:picMk id="31" creationId="{5296703D-1FC3-35B7-5A1B-A3DBB913E23D}"/>
          </ac:picMkLst>
        </pc:picChg>
      </pc:sldChg>
      <pc:sldChg chg="add del">
        <pc:chgData name="Dave Idika" userId="70ea3614d7ae23b1" providerId="LiveId" clId="{705F800E-8469-4817-B8CB-EB853183F414}" dt="2026-08-04T09:17:22.455" v="1768" actId="2696"/>
        <pc:sldMkLst>
          <pc:docMk/>
          <pc:sldMk cId="3955911341" sldId="266"/>
        </pc:sldMkLst>
      </pc:sldChg>
      <pc:sldChg chg="addSp delSp modSp add del mod">
        <pc:chgData name="Dave Idika" userId="70ea3614d7ae23b1" providerId="LiveId" clId="{705F800E-8469-4817-B8CB-EB853183F414}" dt="2026-08-03T10:31:29.690" v="1645" actId="2696"/>
        <pc:sldMkLst>
          <pc:docMk/>
          <pc:sldMk cId="633247290" sldId="267"/>
        </pc:sldMkLst>
        <pc:spChg chg="del">
          <ac:chgData name="Dave Idika" userId="70ea3614d7ae23b1" providerId="LiveId" clId="{705F800E-8469-4817-B8CB-EB853183F414}" dt="2026-08-03T10:27:40.239" v="1611" actId="478"/>
          <ac:spMkLst>
            <pc:docMk/>
            <pc:sldMk cId="633247290" sldId="267"/>
            <ac:spMk id="11" creationId="{94B7C6C9-8A18-BA17-723C-7F4243BCEA78}"/>
          </ac:spMkLst>
        </pc:spChg>
        <pc:spChg chg="mod">
          <ac:chgData name="Dave Idika" userId="70ea3614d7ae23b1" providerId="LiveId" clId="{705F800E-8469-4817-B8CB-EB853183F414}" dt="2026-08-03T10:27:44.032" v="1612" actId="6549"/>
          <ac:spMkLst>
            <pc:docMk/>
            <pc:sldMk cId="633247290" sldId="267"/>
            <ac:spMk id="13" creationId="{A68B07CE-0ACA-A9F9-BFC5-9197DE6FD371}"/>
          </ac:spMkLst>
        </pc:spChg>
        <pc:spChg chg="mod">
          <ac:chgData name="Dave Idika" userId="70ea3614d7ae23b1" providerId="LiveId" clId="{705F800E-8469-4817-B8CB-EB853183F414}" dt="2026-08-03T10:27:54.630" v="1617"/>
          <ac:spMkLst>
            <pc:docMk/>
            <pc:sldMk cId="633247290" sldId="267"/>
            <ac:spMk id="40" creationId="{439E60BF-5855-A08C-00A9-69B532506A10}"/>
          </ac:spMkLst>
        </pc:spChg>
        <pc:spChg chg="mod">
          <ac:chgData name="Dave Idika" userId="70ea3614d7ae23b1" providerId="LiveId" clId="{705F800E-8469-4817-B8CB-EB853183F414}" dt="2026-08-03T10:27:54.630" v="1617"/>
          <ac:spMkLst>
            <pc:docMk/>
            <pc:sldMk cId="633247290" sldId="267"/>
            <ac:spMk id="41" creationId="{DB670C33-2D5D-D8E9-921C-CF64B09A8CD9}"/>
          </ac:spMkLst>
        </pc:spChg>
        <pc:spChg chg="mod">
          <ac:chgData name="Dave Idika" userId="70ea3614d7ae23b1" providerId="LiveId" clId="{705F800E-8469-4817-B8CB-EB853183F414}" dt="2026-08-03T10:27:54.630" v="1617"/>
          <ac:spMkLst>
            <pc:docMk/>
            <pc:sldMk cId="633247290" sldId="267"/>
            <ac:spMk id="42" creationId="{DB182854-F7F5-D824-8503-F119042F2CC3}"/>
          </ac:spMkLst>
        </pc:spChg>
        <pc:spChg chg="mod">
          <ac:chgData name="Dave Idika" userId="70ea3614d7ae23b1" providerId="LiveId" clId="{705F800E-8469-4817-B8CB-EB853183F414}" dt="2026-08-03T10:27:54.630" v="1617"/>
          <ac:spMkLst>
            <pc:docMk/>
            <pc:sldMk cId="633247290" sldId="267"/>
            <ac:spMk id="43" creationId="{8BFA6766-F907-7EF1-1E5B-24FA06EC8A4B}"/>
          </ac:spMkLst>
        </pc:spChg>
        <pc:spChg chg="mod">
          <ac:chgData name="Dave Idika" userId="70ea3614d7ae23b1" providerId="LiveId" clId="{705F800E-8469-4817-B8CB-EB853183F414}" dt="2026-08-03T10:27:54.630" v="1617"/>
          <ac:spMkLst>
            <pc:docMk/>
            <pc:sldMk cId="633247290" sldId="267"/>
            <ac:spMk id="44" creationId="{637BA539-C33F-EE6A-D8FC-35A6EDA3D60C}"/>
          </ac:spMkLst>
        </pc:spChg>
        <pc:spChg chg="mod">
          <ac:chgData name="Dave Idika" userId="70ea3614d7ae23b1" providerId="LiveId" clId="{705F800E-8469-4817-B8CB-EB853183F414}" dt="2026-08-03T10:27:54.630" v="1617"/>
          <ac:spMkLst>
            <pc:docMk/>
            <pc:sldMk cId="633247290" sldId="267"/>
            <ac:spMk id="45" creationId="{B6C3202B-34A1-CFB8-3956-D14A02B66170}"/>
          </ac:spMkLst>
        </pc:spChg>
        <pc:spChg chg="mod">
          <ac:chgData name="Dave Idika" userId="70ea3614d7ae23b1" providerId="LiveId" clId="{705F800E-8469-4817-B8CB-EB853183F414}" dt="2026-08-03T10:27:54.630" v="1617"/>
          <ac:spMkLst>
            <pc:docMk/>
            <pc:sldMk cId="633247290" sldId="267"/>
            <ac:spMk id="46" creationId="{E7E55487-068E-D575-1908-2AC35E567C90}"/>
          </ac:spMkLst>
        </pc:spChg>
        <pc:spChg chg="mod">
          <ac:chgData name="Dave Idika" userId="70ea3614d7ae23b1" providerId="LiveId" clId="{705F800E-8469-4817-B8CB-EB853183F414}" dt="2026-08-03T10:27:54.630" v="1617"/>
          <ac:spMkLst>
            <pc:docMk/>
            <pc:sldMk cId="633247290" sldId="267"/>
            <ac:spMk id="47" creationId="{F8822F7E-EDA1-4A8B-3A21-646862A5D6CF}"/>
          </ac:spMkLst>
        </pc:spChg>
        <pc:spChg chg="mod">
          <ac:chgData name="Dave Idika" userId="70ea3614d7ae23b1" providerId="LiveId" clId="{705F800E-8469-4817-B8CB-EB853183F414}" dt="2026-08-03T10:27:54.630" v="1617"/>
          <ac:spMkLst>
            <pc:docMk/>
            <pc:sldMk cId="633247290" sldId="267"/>
            <ac:spMk id="48" creationId="{2332B691-A271-EAAB-EBFF-FE83D2FAA0AE}"/>
          </ac:spMkLst>
        </pc:spChg>
        <pc:spChg chg="mod">
          <ac:chgData name="Dave Idika" userId="70ea3614d7ae23b1" providerId="LiveId" clId="{705F800E-8469-4817-B8CB-EB853183F414}" dt="2026-08-03T10:27:54.630" v="1617"/>
          <ac:spMkLst>
            <pc:docMk/>
            <pc:sldMk cId="633247290" sldId="267"/>
            <ac:spMk id="49" creationId="{792B720B-82C2-4F1F-D868-243B33554770}"/>
          </ac:spMkLst>
        </pc:spChg>
        <pc:grpChg chg="del">
          <ac:chgData name="Dave Idika" userId="70ea3614d7ae23b1" providerId="LiveId" clId="{705F800E-8469-4817-B8CB-EB853183F414}" dt="2026-08-03T10:27:47.591" v="1613" actId="478"/>
          <ac:grpSpMkLst>
            <pc:docMk/>
            <pc:sldMk cId="633247290" sldId="267"/>
            <ac:grpSpMk id="32" creationId="{277817BE-C864-E50D-8ACC-4DB24EB1FDD4}"/>
          </ac:grpSpMkLst>
        </pc:grpChg>
        <pc:grpChg chg="del">
          <ac:chgData name="Dave Idika" userId="70ea3614d7ae23b1" providerId="LiveId" clId="{705F800E-8469-4817-B8CB-EB853183F414}" dt="2026-08-03T10:27:49.529" v="1614" actId="478"/>
          <ac:grpSpMkLst>
            <pc:docMk/>
            <pc:sldMk cId="633247290" sldId="267"/>
            <ac:grpSpMk id="33" creationId="{E519BAE7-4367-C040-7F3A-756C5A8BCC78}"/>
          </ac:grpSpMkLst>
        </pc:grpChg>
        <pc:grpChg chg="del">
          <ac:chgData name="Dave Idika" userId="70ea3614d7ae23b1" providerId="LiveId" clId="{705F800E-8469-4817-B8CB-EB853183F414}" dt="2026-08-03T10:27:51.783" v="1615" actId="478"/>
          <ac:grpSpMkLst>
            <pc:docMk/>
            <pc:sldMk cId="633247290" sldId="267"/>
            <ac:grpSpMk id="34" creationId="{1FCA8CAB-6C9C-032B-D965-9551B127B549}"/>
          </ac:grpSpMkLst>
        </pc:grpChg>
        <pc:grpChg chg="del">
          <ac:chgData name="Dave Idika" userId="70ea3614d7ae23b1" providerId="LiveId" clId="{705F800E-8469-4817-B8CB-EB853183F414}" dt="2026-08-03T10:27:53.198" v="1616" actId="478"/>
          <ac:grpSpMkLst>
            <pc:docMk/>
            <pc:sldMk cId="633247290" sldId="267"/>
            <ac:grpSpMk id="35" creationId="{E6F43419-50E2-ABC7-36DD-FC31708C96D4}"/>
          </ac:grpSpMkLst>
        </pc:grpChg>
        <pc:picChg chg="add mod">
          <ac:chgData name="Dave Idika" userId="70ea3614d7ae23b1" providerId="LiveId" clId="{705F800E-8469-4817-B8CB-EB853183F414}" dt="2026-08-03T10:27:27.058" v="1610" actId="14100"/>
          <ac:picMkLst>
            <pc:docMk/>
            <pc:sldMk cId="633247290" sldId="267"/>
            <ac:picMk id="24" creationId="{36F0A2E3-90D7-166C-9BCB-59AC85ABC281}"/>
          </ac:picMkLst>
        </pc:picChg>
        <pc:picChg chg="del">
          <ac:chgData name="Dave Idika" userId="70ea3614d7ae23b1" providerId="LiveId" clId="{705F800E-8469-4817-B8CB-EB853183F414}" dt="2026-08-03T10:27:12.126" v="1607" actId="478"/>
          <ac:picMkLst>
            <pc:docMk/>
            <pc:sldMk cId="633247290" sldId="267"/>
            <ac:picMk id="37" creationId="{22D93B0C-116D-8BE9-61E0-91ABC8800634}"/>
          </ac:picMkLst>
        </pc:picChg>
      </pc:sldChg>
      <pc:sldMasterChg chg="modSp modSldLayout">
        <pc:chgData name="Dave Idika" userId="70ea3614d7ae23b1" providerId="LiveId" clId="{705F800E-8469-4817-B8CB-EB853183F414}" dt="2026-07-21T12:27:00.152" v="354"/>
        <pc:sldMasterMkLst>
          <pc:docMk/>
          <pc:sldMasterMk cId="2481370594" sldId="2147483650"/>
        </pc:sldMasterMkLst>
        <pc:spChg chg="mod">
          <ac:chgData name="Dave Idika" userId="70ea3614d7ae23b1" providerId="LiveId" clId="{705F800E-8469-4817-B8CB-EB853183F414}" dt="2026-07-21T12:27:00.152" v="354"/>
          <ac:spMkLst>
            <pc:docMk/>
            <pc:sldMasterMk cId="2481370594" sldId="2147483650"/>
            <ac:spMk id="2" creationId="{00000000-0000-0000-0000-000000000000}"/>
          </ac:spMkLst>
        </pc:spChg>
        <pc:spChg chg="mod">
          <ac:chgData name="Dave Idika" userId="70ea3614d7ae23b1" providerId="LiveId" clId="{705F800E-8469-4817-B8CB-EB853183F414}" dt="2026-07-21T12:27:00.152" v="354"/>
          <ac:spMkLst>
            <pc:docMk/>
            <pc:sldMasterMk cId="2481370594" sldId="2147483650"/>
            <ac:spMk id="3" creationId="{00000000-0000-0000-0000-000000000000}"/>
          </ac:spMkLst>
        </pc:spChg>
        <pc:spChg chg="mod">
          <ac:chgData name="Dave Idika" userId="70ea3614d7ae23b1" providerId="LiveId" clId="{705F800E-8469-4817-B8CB-EB853183F414}" dt="2026-07-21T12:27:00.152" v="354"/>
          <ac:spMkLst>
            <pc:docMk/>
            <pc:sldMasterMk cId="2481370594" sldId="2147483650"/>
            <ac:spMk id="4" creationId="{00000000-0000-0000-0000-000000000000}"/>
          </ac:spMkLst>
        </pc:spChg>
        <pc:spChg chg="mod">
          <ac:chgData name="Dave Idika" userId="70ea3614d7ae23b1" providerId="LiveId" clId="{705F800E-8469-4817-B8CB-EB853183F414}" dt="2026-07-21T12:27:00.152" v="354"/>
          <ac:spMkLst>
            <pc:docMk/>
            <pc:sldMasterMk cId="2481370594" sldId="2147483650"/>
            <ac:spMk id="5" creationId="{00000000-0000-0000-0000-000000000000}"/>
          </ac:spMkLst>
        </pc:spChg>
        <pc:spChg chg="mod">
          <ac:chgData name="Dave Idika" userId="70ea3614d7ae23b1" providerId="LiveId" clId="{705F800E-8469-4817-B8CB-EB853183F414}" dt="2026-07-21T12:27:00.152" v="354"/>
          <ac:spMkLst>
            <pc:docMk/>
            <pc:sldMasterMk cId="2481370594" sldId="2147483650"/>
            <ac:spMk id="6" creationId="{00000000-0000-0000-0000-000000000000}"/>
          </ac:spMkLst>
        </pc:spChg>
        <pc:sldLayoutChg chg="modSp">
          <pc:chgData name="Dave Idika" userId="70ea3614d7ae23b1" providerId="LiveId" clId="{705F800E-8469-4817-B8CB-EB853183F414}" dt="2026-07-21T12:27:00.152" v="354"/>
          <pc:sldLayoutMkLst>
            <pc:docMk/>
            <pc:sldMasterMk cId="2481370594" sldId="2147483650"/>
            <pc:sldLayoutMk cId="287898565" sldId="2147483651"/>
          </pc:sldLayoutMkLst>
          <pc:spChg chg="mod">
            <ac:chgData name="Dave Idika" userId="70ea3614d7ae23b1" providerId="LiveId" clId="{705F800E-8469-4817-B8CB-EB853183F414}" dt="2026-07-21T12:27:00.152" v="354"/>
            <ac:spMkLst>
              <pc:docMk/>
              <pc:sldMasterMk cId="2481370594" sldId="2147483650"/>
              <pc:sldLayoutMk cId="287898565" sldId="2147483651"/>
              <ac:spMk id="2" creationId="{00000000-0000-0000-0000-000000000000}"/>
            </ac:spMkLst>
          </pc:spChg>
          <pc:spChg chg="mod">
            <ac:chgData name="Dave Idika" userId="70ea3614d7ae23b1" providerId="LiveId" clId="{705F800E-8469-4817-B8CB-EB853183F414}" dt="2026-07-21T12:27:00.152" v="354"/>
            <ac:spMkLst>
              <pc:docMk/>
              <pc:sldMasterMk cId="2481370594" sldId="2147483650"/>
              <pc:sldLayoutMk cId="287898565" sldId="2147483651"/>
              <ac:spMk id="3" creationId="{00000000-0000-0000-0000-000000000000}"/>
            </ac:spMkLst>
          </pc:spChg>
        </pc:sldLayoutChg>
        <pc:sldLayoutChg chg="modSp">
          <pc:chgData name="Dave Idika" userId="70ea3614d7ae23b1" providerId="LiveId" clId="{705F800E-8469-4817-B8CB-EB853183F414}" dt="2026-07-21T12:27:00.152" v="354"/>
          <pc:sldLayoutMkLst>
            <pc:docMk/>
            <pc:sldMasterMk cId="2481370594" sldId="2147483650"/>
            <pc:sldLayoutMk cId="3514396262" sldId="2147483653"/>
          </pc:sldLayoutMkLst>
          <pc:spChg chg="mod">
            <ac:chgData name="Dave Idika" userId="70ea3614d7ae23b1" providerId="LiveId" clId="{705F800E-8469-4817-B8CB-EB853183F414}" dt="2026-07-21T12:27:00.152" v="354"/>
            <ac:spMkLst>
              <pc:docMk/>
              <pc:sldMasterMk cId="2481370594" sldId="2147483650"/>
              <pc:sldLayoutMk cId="3514396262" sldId="2147483653"/>
              <ac:spMk id="2" creationId="{00000000-0000-0000-0000-000000000000}"/>
            </ac:spMkLst>
          </pc:spChg>
          <pc:spChg chg="mod">
            <ac:chgData name="Dave Idika" userId="70ea3614d7ae23b1" providerId="LiveId" clId="{705F800E-8469-4817-B8CB-EB853183F414}" dt="2026-07-21T12:27:00.152" v="354"/>
            <ac:spMkLst>
              <pc:docMk/>
              <pc:sldMasterMk cId="2481370594" sldId="2147483650"/>
              <pc:sldLayoutMk cId="3514396262" sldId="2147483653"/>
              <ac:spMk id="3" creationId="{00000000-0000-0000-0000-000000000000}"/>
            </ac:spMkLst>
          </pc:spChg>
        </pc:sldLayoutChg>
        <pc:sldLayoutChg chg="modSp">
          <pc:chgData name="Dave Idika" userId="70ea3614d7ae23b1" providerId="LiveId" clId="{705F800E-8469-4817-B8CB-EB853183F414}" dt="2026-07-21T12:27:00.152" v="354"/>
          <pc:sldLayoutMkLst>
            <pc:docMk/>
            <pc:sldMasterMk cId="2481370594" sldId="2147483650"/>
            <pc:sldLayoutMk cId="335687361" sldId="2147483654"/>
          </pc:sldLayoutMkLst>
          <pc:spChg chg="mod">
            <ac:chgData name="Dave Idika" userId="70ea3614d7ae23b1" providerId="LiveId" clId="{705F800E-8469-4817-B8CB-EB853183F414}" dt="2026-07-21T12:27:00.152" v="354"/>
            <ac:spMkLst>
              <pc:docMk/>
              <pc:sldMasterMk cId="2481370594" sldId="2147483650"/>
              <pc:sldLayoutMk cId="335687361" sldId="2147483654"/>
              <ac:spMk id="3" creationId="{00000000-0000-0000-0000-000000000000}"/>
            </ac:spMkLst>
          </pc:spChg>
          <pc:spChg chg="mod">
            <ac:chgData name="Dave Idika" userId="70ea3614d7ae23b1" providerId="LiveId" clId="{705F800E-8469-4817-B8CB-EB853183F414}" dt="2026-07-21T12:27:00.152" v="354"/>
            <ac:spMkLst>
              <pc:docMk/>
              <pc:sldMasterMk cId="2481370594" sldId="2147483650"/>
              <pc:sldLayoutMk cId="335687361" sldId="2147483654"/>
              <ac:spMk id="4" creationId="{00000000-0000-0000-0000-000000000000}"/>
            </ac:spMkLst>
          </pc:spChg>
        </pc:sldLayoutChg>
        <pc:sldLayoutChg chg="modSp">
          <pc:chgData name="Dave Idika" userId="70ea3614d7ae23b1" providerId="LiveId" clId="{705F800E-8469-4817-B8CB-EB853183F414}" dt="2026-07-21T12:27:00.152" v="354"/>
          <pc:sldLayoutMkLst>
            <pc:docMk/>
            <pc:sldMasterMk cId="2481370594" sldId="2147483650"/>
            <pc:sldLayoutMk cId="1466081211" sldId="2147483655"/>
          </pc:sldLayoutMkLst>
          <pc:spChg chg="mod">
            <ac:chgData name="Dave Idika" userId="70ea3614d7ae23b1" providerId="LiveId" clId="{705F800E-8469-4817-B8CB-EB853183F414}" dt="2026-07-21T12:27:00.152" v="354"/>
            <ac:spMkLst>
              <pc:docMk/>
              <pc:sldMasterMk cId="2481370594" sldId="2147483650"/>
              <pc:sldLayoutMk cId="1466081211" sldId="2147483655"/>
              <ac:spMk id="2" creationId="{00000000-0000-0000-0000-000000000000}"/>
            </ac:spMkLst>
          </pc:spChg>
          <pc:spChg chg="mod">
            <ac:chgData name="Dave Idika" userId="70ea3614d7ae23b1" providerId="LiveId" clId="{705F800E-8469-4817-B8CB-EB853183F414}" dt="2026-07-21T12:27:00.152" v="354"/>
            <ac:spMkLst>
              <pc:docMk/>
              <pc:sldMasterMk cId="2481370594" sldId="2147483650"/>
              <pc:sldLayoutMk cId="1466081211" sldId="2147483655"/>
              <ac:spMk id="3" creationId="{00000000-0000-0000-0000-000000000000}"/>
            </ac:spMkLst>
          </pc:spChg>
          <pc:spChg chg="mod">
            <ac:chgData name="Dave Idika" userId="70ea3614d7ae23b1" providerId="LiveId" clId="{705F800E-8469-4817-B8CB-EB853183F414}" dt="2026-07-21T12:27:00.152" v="354"/>
            <ac:spMkLst>
              <pc:docMk/>
              <pc:sldMasterMk cId="2481370594" sldId="2147483650"/>
              <pc:sldLayoutMk cId="1466081211" sldId="2147483655"/>
              <ac:spMk id="4" creationId="{00000000-0000-0000-0000-000000000000}"/>
            </ac:spMkLst>
          </pc:spChg>
          <pc:spChg chg="mod">
            <ac:chgData name="Dave Idika" userId="70ea3614d7ae23b1" providerId="LiveId" clId="{705F800E-8469-4817-B8CB-EB853183F414}" dt="2026-07-21T12:27:00.152" v="354"/>
            <ac:spMkLst>
              <pc:docMk/>
              <pc:sldMasterMk cId="2481370594" sldId="2147483650"/>
              <pc:sldLayoutMk cId="1466081211" sldId="2147483655"/>
              <ac:spMk id="5" creationId="{00000000-0000-0000-0000-000000000000}"/>
            </ac:spMkLst>
          </pc:spChg>
          <pc:spChg chg="mod">
            <ac:chgData name="Dave Idika" userId="70ea3614d7ae23b1" providerId="LiveId" clId="{705F800E-8469-4817-B8CB-EB853183F414}" dt="2026-07-21T12:27:00.152" v="354"/>
            <ac:spMkLst>
              <pc:docMk/>
              <pc:sldMasterMk cId="2481370594" sldId="2147483650"/>
              <pc:sldLayoutMk cId="1466081211" sldId="2147483655"/>
              <ac:spMk id="6" creationId="{00000000-0000-0000-0000-000000000000}"/>
            </ac:spMkLst>
          </pc:spChg>
        </pc:sldLayoutChg>
        <pc:sldLayoutChg chg="modSp">
          <pc:chgData name="Dave Idika" userId="70ea3614d7ae23b1" providerId="LiveId" clId="{705F800E-8469-4817-B8CB-EB853183F414}" dt="2026-07-21T12:27:00.152" v="354"/>
          <pc:sldLayoutMkLst>
            <pc:docMk/>
            <pc:sldMasterMk cId="2481370594" sldId="2147483650"/>
            <pc:sldLayoutMk cId="3885135959" sldId="2147483658"/>
          </pc:sldLayoutMkLst>
          <pc:spChg chg="mod">
            <ac:chgData name="Dave Idika" userId="70ea3614d7ae23b1" providerId="LiveId" clId="{705F800E-8469-4817-B8CB-EB853183F414}" dt="2026-07-21T12:27:00.152" v="354"/>
            <ac:spMkLst>
              <pc:docMk/>
              <pc:sldMasterMk cId="2481370594" sldId="2147483650"/>
              <pc:sldLayoutMk cId="3885135959" sldId="2147483658"/>
              <ac:spMk id="2" creationId="{00000000-0000-0000-0000-000000000000}"/>
            </ac:spMkLst>
          </pc:spChg>
          <pc:spChg chg="mod">
            <ac:chgData name="Dave Idika" userId="70ea3614d7ae23b1" providerId="LiveId" clId="{705F800E-8469-4817-B8CB-EB853183F414}" dt="2026-07-21T12:27:00.152" v="354"/>
            <ac:spMkLst>
              <pc:docMk/>
              <pc:sldMasterMk cId="2481370594" sldId="2147483650"/>
              <pc:sldLayoutMk cId="3885135959" sldId="2147483658"/>
              <ac:spMk id="3" creationId="{00000000-0000-0000-0000-000000000000}"/>
            </ac:spMkLst>
          </pc:spChg>
          <pc:spChg chg="mod">
            <ac:chgData name="Dave Idika" userId="70ea3614d7ae23b1" providerId="LiveId" clId="{705F800E-8469-4817-B8CB-EB853183F414}" dt="2026-07-21T12:27:00.152" v="354"/>
            <ac:spMkLst>
              <pc:docMk/>
              <pc:sldMasterMk cId="2481370594" sldId="2147483650"/>
              <pc:sldLayoutMk cId="3885135959" sldId="2147483658"/>
              <ac:spMk id="4" creationId="{00000000-0000-0000-0000-000000000000}"/>
            </ac:spMkLst>
          </pc:spChg>
        </pc:sldLayoutChg>
        <pc:sldLayoutChg chg="modSp">
          <pc:chgData name="Dave Idika" userId="70ea3614d7ae23b1" providerId="LiveId" clId="{705F800E-8469-4817-B8CB-EB853183F414}" dt="2026-07-21T12:27:00.152" v="354"/>
          <pc:sldLayoutMkLst>
            <pc:docMk/>
            <pc:sldMasterMk cId="2481370594" sldId="2147483650"/>
            <pc:sldLayoutMk cId="254877505" sldId="2147483659"/>
          </pc:sldLayoutMkLst>
          <pc:spChg chg="mod">
            <ac:chgData name="Dave Idika" userId="70ea3614d7ae23b1" providerId="LiveId" clId="{705F800E-8469-4817-B8CB-EB853183F414}" dt="2026-07-21T12:27:00.152" v="354"/>
            <ac:spMkLst>
              <pc:docMk/>
              <pc:sldMasterMk cId="2481370594" sldId="2147483650"/>
              <pc:sldLayoutMk cId="254877505" sldId="2147483659"/>
              <ac:spMk id="2" creationId="{00000000-0000-0000-0000-000000000000}"/>
            </ac:spMkLst>
          </pc:spChg>
          <pc:spChg chg="mod">
            <ac:chgData name="Dave Idika" userId="70ea3614d7ae23b1" providerId="LiveId" clId="{705F800E-8469-4817-B8CB-EB853183F414}" dt="2026-07-21T12:27:00.152" v="354"/>
            <ac:spMkLst>
              <pc:docMk/>
              <pc:sldMasterMk cId="2481370594" sldId="2147483650"/>
              <pc:sldLayoutMk cId="254877505" sldId="2147483659"/>
              <ac:spMk id="3" creationId="{00000000-0000-0000-0000-000000000000}"/>
            </ac:spMkLst>
          </pc:spChg>
          <pc:spChg chg="mod">
            <ac:chgData name="Dave Idika" userId="70ea3614d7ae23b1" providerId="LiveId" clId="{705F800E-8469-4817-B8CB-EB853183F414}" dt="2026-07-21T12:27:00.152" v="354"/>
            <ac:spMkLst>
              <pc:docMk/>
              <pc:sldMasterMk cId="2481370594" sldId="2147483650"/>
              <pc:sldLayoutMk cId="254877505" sldId="2147483659"/>
              <ac:spMk id="4" creationId="{00000000-0000-0000-0000-000000000000}"/>
            </ac:spMkLst>
          </pc:spChg>
        </pc:sldLayoutChg>
        <pc:sldLayoutChg chg="modSp">
          <pc:chgData name="Dave Idika" userId="70ea3614d7ae23b1" providerId="LiveId" clId="{705F800E-8469-4817-B8CB-EB853183F414}" dt="2026-07-21T12:27:00.152" v="354"/>
          <pc:sldLayoutMkLst>
            <pc:docMk/>
            <pc:sldMasterMk cId="2481370594" sldId="2147483650"/>
            <pc:sldLayoutMk cId="453201560" sldId="2147483661"/>
          </pc:sldLayoutMkLst>
          <pc:spChg chg="mod">
            <ac:chgData name="Dave Idika" userId="70ea3614d7ae23b1" providerId="LiveId" clId="{705F800E-8469-4817-B8CB-EB853183F414}" dt="2026-07-21T12:27:00.152" v="354"/>
            <ac:spMkLst>
              <pc:docMk/>
              <pc:sldMasterMk cId="2481370594" sldId="2147483650"/>
              <pc:sldLayoutMk cId="453201560" sldId="2147483661"/>
              <ac:spMk id="2" creationId="{00000000-0000-0000-0000-000000000000}"/>
            </ac:spMkLst>
          </pc:spChg>
          <pc:spChg chg="mod">
            <ac:chgData name="Dave Idika" userId="70ea3614d7ae23b1" providerId="LiveId" clId="{705F800E-8469-4817-B8CB-EB853183F414}" dt="2026-07-21T12:27:00.152" v="354"/>
            <ac:spMkLst>
              <pc:docMk/>
              <pc:sldMasterMk cId="2481370594" sldId="2147483650"/>
              <pc:sldLayoutMk cId="453201560" sldId="2147483661"/>
              <ac:spMk id="3" creationId="{00000000-0000-0000-0000-000000000000}"/>
            </ac:spMkLst>
          </pc:spChg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https://d.docs.live.net/70EA3614D7AE23B1/Documents/LECTURE%20NOTES/DATA%20ANALYSIS/EXCEL/Projects/Superstore_data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https://d.docs.live.net/70EA3614D7AE23B1/Documents/LECTURE%20NOTES/DATA%20ANALYSIS/EXCEL/Projects/Superstore_data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[Superstore_data.xlsx]Pivot_Analysis!Ship mode Pivot(Operations Pg)</c:name>
    <c:fmtId val="3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dirty="0"/>
              <a:t>Sales by Ship Mode</a:t>
            </a:r>
          </a:p>
        </c:rich>
      </c:tx>
      <c:layout>
        <c:manualLayout>
          <c:xMode val="edge"/>
          <c:yMode val="edge"/>
          <c:x val="1.4645669291338554E-2"/>
          <c:y val="3.240740740740740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rgbClr val="092C1B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658A7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092C1B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658A7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092C1B"/>
          </a:solidFill>
          <a:ln>
            <a:noFill/>
          </a:ln>
          <a:effectLst/>
        </c:spPr>
        <c:dLbl>
          <c:idx val="0"/>
          <c:layout>
            <c:manualLayout>
              <c:x val="-8.8105726872246704E-3"/>
              <c:y val="-8.618504435994930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rgbClr val="092C1B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rgbClr val="092C1B"/>
          </a:solidFill>
          <a:ln>
            <a:noFill/>
          </a:ln>
          <a:effectLst/>
        </c:spPr>
        <c:dLbl>
          <c:idx val="0"/>
          <c:layout>
            <c:manualLayout>
              <c:x val="-8.8105726872246704E-3"/>
              <c:y val="-8.618504435994930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rgbClr val="658A7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rgbClr val="092C1B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rgbClr val="092C1B"/>
          </a:solidFill>
          <a:ln>
            <a:noFill/>
          </a:ln>
          <a:effectLst/>
        </c:spPr>
        <c:dLbl>
          <c:idx val="0"/>
          <c:layout>
            <c:manualLayout>
              <c:x val="-8.8105726872246704E-3"/>
              <c:y val="-8.618504435994930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rgbClr val="658A7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rgbClr val="092C1B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rgbClr val="092C1B"/>
          </a:solidFill>
          <a:ln>
            <a:noFill/>
          </a:ln>
          <a:effectLst/>
        </c:spPr>
        <c:dLbl>
          <c:idx val="0"/>
          <c:layout>
            <c:manualLayout>
              <c:x val="-8.8105726872246704E-3"/>
              <c:y val="-8.618504435994930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rgbClr val="658A7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rgbClr val="092C1B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rgbClr val="092C1B"/>
          </a:solidFill>
          <a:ln>
            <a:noFill/>
          </a:ln>
          <a:effectLst/>
        </c:spPr>
        <c:dLbl>
          <c:idx val="0"/>
          <c:layout>
            <c:manualLayout>
              <c:x val="-8.8105726872246704E-3"/>
              <c:y val="-8.618504435994930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rgbClr val="658A74"/>
          </a:solidFill>
          <a:ln>
            <a:noFill/>
          </a:ln>
          <a:effectLst/>
        </c:spPr>
        <c:marker>
          <c:symbol val="none"/>
        </c:marker>
      </c:pivotFmt>
      <c:pivotFmt>
        <c:idx val="17"/>
        <c:spPr>
          <a:solidFill>
            <a:srgbClr val="092C1B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rgbClr val="092C1B"/>
          </a:solidFill>
          <a:ln>
            <a:noFill/>
          </a:ln>
          <a:effectLst/>
        </c:spPr>
        <c:dLbl>
          <c:idx val="0"/>
          <c:layout>
            <c:manualLayout>
              <c:x val="-8.8105726872246704E-3"/>
              <c:y val="-8.618504435994930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rgbClr val="092C1B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rgbClr val="092C1B"/>
          </a:solidFill>
          <a:ln>
            <a:noFill/>
          </a:ln>
          <a:effectLst/>
        </c:spPr>
        <c:dLbl>
          <c:idx val="0"/>
          <c:layout>
            <c:manualLayout>
              <c:x val="-8.8105726872246704E-3"/>
              <c:y val="-8.618504435994930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9242935258092739"/>
          <c:y val="0.16650517643627877"/>
          <c:w val="0.77701509186351703"/>
          <c:h val="0.7825688976377952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Pivot_Analysis!$IY$4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92C1B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7544-4BD3-B0EF-5F387FAA2FF3}"/>
              </c:ext>
            </c:extLst>
          </c:dPt>
          <c:dLbls>
            <c:dLbl>
              <c:idx val="3"/>
              <c:layout>
                <c:manualLayout>
                  <c:x val="-8.8105726872246704E-3"/>
                  <c:y val="-8.618504435994930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544-4BD3-B0EF-5F387FAA2FF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Pivot_Analysis!$IX$5:$IX$8</c:f>
              <c:strCache>
                <c:ptCount val="4"/>
                <c:pt idx="0">
                  <c:v>Same Day</c:v>
                </c:pt>
                <c:pt idx="1">
                  <c:v>First Class</c:v>
                </c:pt>
                <c:pt idx="2">
                  <c:v>Second Class</c:v>
                </c:pt>
                <c:pt idx="3">
                  <c:v>Standard Class</c:v>
                </c:pt>
              </c:strCache>
            </c:strRef>
          </c:cat>
          <c:val>
            <c:numRef>
              <c:f>Pivot_Analysis!$IY$5:$IY$8</c:f>
              <c:numCache>
                <c:formatCode>"$"#,##0</c:formatCode>
                <c:ptCount val="4"/>
                <c:pt idx="0">
                  <c:v>128363.125</c:v>
                </c:pt>
                <c:pt idx="1">
                  <c:v>351428.42290000018</c:v>
                </c:pt>
                <c:pt idx="2">
                  <c:v>459193.5693999998</c:v>
                </c:pt>
                <c:pt idx="3">
                  <c:v>1358215.7429999826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544-4BD3-B0EF-5F387FAA2FF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1972746031"/>
        <c:axId val="1972749391"/>
      </c:barChart>
      <c:catAx>
        <c:axId val="1972746031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2749391"/>
        <c:crosses val="autoZero"/>
        <c:auto val="1"/>
        <c:lblAlgn val="ctr"/>
        <c:lblOffset val="100"/>
        <c:noMultiLvlLbl val="0"/>
      </c:catAx>
      <c:valAx>
        <c:axId val="1972749391"/>
        <c:scaling>
          <c:orientation val="minMax"/>
        </c:scaling>
        <c:delete val="1"/>
        <c:axPos val="t"/>
        <c:numFmt formatCode="&quot;$&quot;#,##0" sourceLinked="1"/>
        <c:majorTickMark val="none"/>
        <c:minorTickMark val="none"/>
        <c:tickLblPos val="nextTo"/>
        <c:crossAx val="19727460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[Superstore_data.xlsx]Pivot_Analysis!Impact of Returns on Sales and Profit Pivot(Operations Pg)</c:name>
    <c:fmtId val="3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dirty="0"/>
              <a:t>Impact of Returns on Sales and Profit</a:t>
            </a:r>
          </a:p>
        </c:rich>
      </c:tx>
      <c:layout>
        <c:manualLayout>
          <c:xMode val="edge"/>
          <c:yMode val="edge"/>
          <c:x val="9.0901137357829974E-3"/>
          <c:y val="3.703703703703703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rgbClr val="092C1B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658A7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092C1B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658A7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092C1B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rgbClr val="658A7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rgbClr val="092C1B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rgbClr val="658A7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rgbClr val="092C1B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rgbClr val="658A7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rgbClr val="092C1B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rgbClr val="658A7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rgbClr val="092C1B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rgbClr val="658A7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rgbClr val="092C1B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rgbClr val="658A74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3.1634875427805562E-2"/>
          <c:y val="0.15314887722368037"/>
          <c:w val="0.93780939616590486"/>
          <c:h val="0.6833705867411734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Pivot_Analysis!$JH$4</c:f>
              <c:strCache>
                <c:ptCount val="1"/>
                <c:pt idx="0">
                  <c:v>Total Sales</c:v>
                </c:pt>
              </c:strCache>
            </c:strRef>
          </c:tx>
          <c:spPr>
            <a:solidFill>
              <a:srgbClr val="092C1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Pivot_Analysis!$JG$5:$JG$6</c:f>
              <c:strCache>
                <c:ptCount val="2"/>
                <c:pt idx="0">
                  <c:v>Not-Returned</c:v>
                </c:pt>
                <c:pt idx="1">
                  <c:v>Returned</c:v>
                </c:pt>
              </c:strCache>
            </c:strRef>
          </c:cat>
          <c:val>
            <c:numRef>
              <c:f>Pivot_Analysis!$JH$5:$JH$6</c:f>
              <c:numCache>
                <c:formatCode>"$"#,##0</c:formatCode>
                <c:ptCount val="2"/>
                <c:pt idx="0">
                  <c:v>2116696.5823999825</c:v>
                </c:pt>
                <c:pt idx="1">
                  <c:v>180504.27790000002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F1-4DBD-AB68-AA197D0355C0}"/>
            </c:ext>
          </c:extLst>
        </c:ser>
        <c:ser>
          <c:idx val="1"/>
          <c:order val="1"/>
          <c:tx>
            <c:strRef>
              <c:f>Pivot_Analysis!$JI$4</c:f>
              <c:strCache>
                <c:ptCount val="1"/>
                <c:pt idx="0">
                  <c:v>Total Profit</c:v>
                </c:pt>
              </c:strCache>
            </c:strRef>
          </c:tx>
          <c:spPr>
            <a:solidFill>
              <a:srgbClr val="658A7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Pivot_Analysis!$JG$5:$JG$6</c:f>
              <c:strCache>
                <c:ptCount val="2"/>
                <c:pt idx="0">
                  <c:v>Not-Returned</c:v>
                </c:pt>
                <c:pt idx="1">
                  <c:v>Returned</c:v>
                </c:pt>
              </c:strCache>
            </c:strRef>
          </c:cat>
          <c:val>
            <c:numRef>
              <c:f>Pivot_Analysis!$JI$5:$JI$6</c:f>
              <c:numCache>
                <c:formatCode>"$"#,##0</c:formatCode>
                <c:ptCount val="2"/>
                <c:pt idx="0">
                  <c:v>263164.66019999946</c:v>
                </c:pt>
                <c:pt idx="1">
                  <c:v>23232.361499999992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CF1-4DBD-AB68-AA197D0355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2024843327"/>
        <c:axId val="2024847167"/>
      </c:barChart>
      <c:catAx>
        <c:axId val="20248433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24847167"/>
        <c:crosses val="autoZero"/>
        <c:auto val="1"/>
        <c:lblAlgn val="ctr"/>
        <c:lblOffset val="100"/>
        <c:noMultiLvlLbl val="0"/>
      </c:catAx>
      <c:valAx>
        <c:axId val="2024847167"/>
        <c:scaling>
          <c:orientation val="minMax"/>
        </c:scaling>
        <c:delete val="1"/>
        <c:axPos val="l"/>
        <c:majorGridlines>
          <c:spPr>
            <a:ln w="3175" cap="flat" cmpd="sng" algn="ctr">
              <a:solidFill>
                <a:sysClr val="window" lastClr="FFFFFF">
                  <a:lumMod val="95000"/>
                </a:sysClr>
              </a:solidFill>
              <a:round/>
            </a:ln>
            <a:effectLst/>
          </c:spPr>
        </c:majorGridlines>
        <c:numFmt formatCode="&quot;$&quot;#,##0" sourceLinked="1"/>
        <c:majorTickMark val="none"/>
        <c:minorTickMark val="none"/>
        <c:tickLblPos val="nextTo"/>
        <c:crossAx val="20248433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65707983377077861"/>
          <c:y val="3.2824074074074089E-2"/>
          <c:w val="0.32472922134733156"/>
          <c:h val="7.812554680664918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0258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89856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3213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439626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68736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0812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7901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972351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513595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87750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313274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20156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852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8/3/2026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370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3C07DE3-CD80-5B8C-A175-E76BA2816CCC}"/>
              </a:ext>
            </a:extLst>
          </p:cNvPr>
          <p:cNvSpPr/>
          <p:nvPr/>
        </p:nvSpPr>
        <p:spPr>
          <a:xfrm>
            <a:off x="8542020" y="556761"/>
            <a:ext cx="3086100" cy="4534291"/>
          </a:xfrm>
          <a:custGeom>
            <a:avLst/>
            <a:gdLst>
              <a:gd name="csX0" fmla="*/ 2579759 w 3086100"/>
              <a:gd name="csY0" fmla="*/ 2683586 h 4534291"/>
              <a:gd name="csX1" fmla="*/ 2630159 w 3086100"/>
              <a:gd name="csY1" fmla="*/ 2739039 h 4534291"/>
              <a:gd name="csX2" fmla="*/ 2880724 w 3086100"/>
              <a:gd name="csY2" fmla="*/ 3437011 h 4534291"/>
              <a:gd name="csX3" fmla="*/ 1783444 w 3086100"/>
              <a:gd name="csY3" fmla="*/ 4534291 h 4534291"/>
              <a:gd name="csX4" fmla="*/ 686164 w 3086100"/>
              <a:gd name="csY4" fmla="*/ 3437011 h 4534291"/>
              <a:gd name="csX5" fmla="*/ 818600 w 3086100"/>
              <a:gd name="csY5" fmla="*/ 2913982 h 4534291"/>
              <a:gd name="csX6" fmla="*/ 822732 w 3086100"/>
              <a:gd name="csY6" fmla="*/ 2907180 h 4534291"/>
              <a:gd name="csX7" fmla="*/ 942425 w 3086100"/>
              <a:gd name="csY7" fmla="*/ 2964840 h 4534291"/>
              <a:gd name="csX8" fmla="*/ 1543050 w 3086100"/>
              <a:gd name="csY8" fmla="*/ 3086100 h 4534291"/>
              <a:gd name="csX9" fmla="*/ 2524573 w 3086100"/>
              <a:gd name="csY9" fmla="*/ 2733743 h 4534291"/>
              <a:gd name="csX10" fmla="*/ 1543050 w 3086100"/>
              <a:gd name="csY10" fmla="*/ 0 h 4534291"/>
              <a:gd name="csX11" fmla="*/ 3086100 w 3086100"/>
              <a:gd name="csY11" fmla="*/ 1543050 h 4534291"/>
              <a:gd name="csX12" fmla="*/ 2634151 w 3086100"/>
              <a:gd name="csY12" fmla="*/ 2634151 h 4534291"/>
              <a:gd name="csX13" fmla="*/ 2579759 w 3086100"/>
              <a:gd name="csY13" fmla="*/ 2683586 h 4534291"/>
              <a:gd name="csX14" fmla="*/ 2559338 w 3086100"/>
              <a:gd name="csY14" fmla="*/ 2661117 h 4534291"/>
              <a:gd name="csX15" fmla="*/ 1783444 w 3086100"/>
              <a:gd name="csY15" fmla="*/ 2339731 h 4534291"/>
              <a:gd name="csX16" fmla="*/ 873562 w 3086100"/>
              <a:gd name="csY16" fmla="*/ 2823511 h 4534291"/>
              <a:gd name="csX17" fmla="*/ 822732 w 3086100"/>
              <a:gd name="csY17" fmla="*/ 2907180 h 4534291"/>
              <a:gd name="csX18" fmla="*/ 807541 w 3086100"/>
              <a:gd name="csY18" fmla="*/ 2899862 h 4534291"/>
              <a:gd name="csX19" fmla="*/ 0 w 3086100"/>
              <a:gd name="csY19" fmla="*/ 1543050 h 4534291"/>
              <a:gd name="csX20" fmla="*/ 1543050 w 3086100"/>
              <a:gd name="csY20" fmla="*/ 0 h 45342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3086100" h="4534291">
                <a:moveTo>
                  <a:pt x="2579759" y="2683586"/>
                </a:moveTo>
                <a:lnTo>
                  <a:pt x="2630159" y="2739039"/>
                </a:lnTo>
                <a:cubicBezTo>
                  <a:pt x="2786692" y="2928714"/>
                  <a:pt x="2880724" y="3171881"/>
                  <a:pt x="2880724" y="3437011"/>
                </a:cubicBezTo>
                <a:cubicBezTo>
                  <a:pt x="2880724" y="4043022"/>
                  <a:pt x="2389455" y="4534291"/>
                  <a:pt x="1783444" y="4534291"/>
                </a:cubicBezTo>
                <a:cubicBezTo>
                  <a:pt x="1177433" y="4534291"/>
                  <a:pt x="686164" y="4043022"/>
                  <a:pt x="686164" y="3437011"/>
                </a:cubicBezTo>
                <a:cubicBezTo>
                  <a:pt x="686164" y="3247633"/>
                  <a:pt x="734140" y="3069460"/>
                  <a:pt x="818600" y="2913982"/>
                </a:cubicBezTo>
                <a:lnTo>
                  <a:pt x="822732" y="2907180"/>
                </a:lnTo>
                <a:lnTo>
                  <a:pt x="942425" y="2964840"/>
                </a:lnTo>
                <a:cubicBezTo>
                  <a:pt x="1127033" y="3042922"/>
                  <a:pt x="1329999" y="3086100"/>
                  <a:pt x="1543050" y="3086100"/>
                </a:cubicBezTo>
                <a:cubicBezTo>
                  <a:pt x="1915889" y="3086100"/>
                  <a:pt x="2257843" y="2953868"/>
                  <a:pt x="2524573" y="2733743"/>
                </a:cubicBezTo>
                <a:close/>
                <a:moveTo>
                  <a:pt x="1543050" y="0"/>
                </a:moveTo>
                <a:cubicBezTo>
                  <a:pt x="2395253" y="0"/>
                  <a:pt x="3086100" y="690847"/>
                  <a:pt x="3086100" y="1543050"/>
                </a:cubicBezTo>
                <a:cubicBezTo>
                  <a:pt x="3086100" y="1969151"/>
                  <a:pt x="2913388" y="2354914"/>
                  <a:pt x="2634151" y="2634151"/>
                </a:cubicBezTo>
                <a:lnTo>
                  <a:pt x="2579759" y="2683586"/>
                </a:lnTo>
                <a:lnTo>
                  <a:pt x="2559338" y="2661117"/>
                </a:lnTo>
                <a:cubicBezTo>
                  <a:pt x="2360770" y="2462548"/>
                  <a:pt x="2086450" y="2339731"/>
                  <a:pt x="1783444" y="2339731"/>
                </a:cubicBezTo>
                <a:cubicBezTo>
                  <a:pt x="1404687" y="2339731"/>
                  <a:pt x="1070751" y="2531633"/>
                  <a:pt x="873562" y="2823511"/>
                </a:cubicBezTo>
                <a:lnTo>
                  <a:pt x="822732" y="2907180"/>
                </a:lnTo>
                <a:lnTo>
                  <a:pt x="807541" y="2899862"/>
                </a:lnTo>
                <a:cubicBezTo>
                  <a:pt x="326533" y="2638563"/>
                  <a:pt x="0" y="2128939"/>
                  <a:pt x="0" y="1543050"/>
                </a:cubicBezTo>
                <a:cubicBezTo>
                  <a:pt x="0" y="690847"/>
                  <a:pt x="690847" y="0"/>
                  <a:pt x="1543050" y="0"/>
                </a:cubicBezTo>
                <a:close/>
              </a:path>
            </a:pathLst>
          </a:custGeom>
          <a:solidFill>
            <a:srgbClr val="1D2C12"/>
          </a:solidFill>
          <a:ln/>
        </p:spPr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E3FA9E3-4C91-E74A-65BA-D9FE8A383C7C}"/>
              </a:ext>
            </a:extLst>
          </p:cNvPr>
          <p:cNvGrpSpPr/>
          <p:nvPr/>
        </p:nvGrpSpPr>
        <p:grpSpPr>
          <a:xfrm>
            <a:off x="1289894" y="805815"/>
            <a:ext cx="8561832" cy="3257549"/>
            <a:chOff x="1798320" y="1714501"/>
            <a:chExt cx="8040624" cy="2811779"/>
          </a:xfrm>
        </p:grpSpPr>
        <p:sp>
          <p:nvSpPr>
            <p:cNvPr id="5" name="Text 3"/>
            <p:cNvSpPr/>
            <p:nvPr/>
          </p:nvSpPr>
          <p:spPr>
            <a:xfrm>
              <a:off x="1837944" y="1714501"/>
              <a:ext cx="8001000" cy="13030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>
                <a:lnSpc>
                  <a:spcPct val="105000"/>
                </a:lnSpc>
              </a:pPr>
              <a:r>
                <a:rPr lang="en-US" sz="40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SUPERSTORE SALES</a:t>
              </a:r>
              <a:endParaRPr lang="en-US" sz="4000" dirty="0"/>
            </a:p>
            <a:p>
              <a:pPr>
                <a:lnSpc>
                  <a:spcPct val="105000"/>
                </a:lnSpc>
              </a:pPr>
              <a:r>
                <a:rPr lang="en-US" sz="40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PERFORMANCE ANALYSIS</a:t>
              </a:r>
              <a:endParaRPr lang="en-US" sz="40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1837944" y="3171825"/>
              <a:ext cx="5486400" cy="3429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2800" i="1" dirty="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Excel Capstone Project</a:t>
              </a:r>
              <a:endParaRPr lang="en-US" sz="28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1837944" y="3658741"/>
              <a:ext cx="3346704" cy="45719"/>
            </a:xfrm>
            <a:prstGeom prst="rect">
              <a:avLst/>
            </a:prstGeom>
            <a:solidFill>
              <a:srgbClr val="1D2C12"/>
            </a:solidFill>
            <a:ln/>
          </p:spPr>
        </p:sp>
        <p:sp>
          <p:nvSpPr>
            <p:cNvPr id="8" name="Text 6"/>
            <p:cNvSpPr/>
            <p:nvPr/>
          </p:nvSpPr>
          <p:spPr>
            <a:xfrm>
              <a:off x="1837944" y="3834194"/>
              <a:ext cx="4114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2000" dirty="0">
                  <a:solidFill>
                    <a:schemeClr val="accent5">
                      <a:lumMod val="40000"/>
                      <a:lumOff val="60000"/>
                    </a:schemeClr>
                  </a:solidFill>
                </a:rPr>
                <a:t>Idika Dave-manny Ugochukwu</a:t>
              </a:r>
            </a:p>
          </p:txBody>
        </p:sp>
        <p:sp>
          <p:nvSpPr>
            <p:cNvPr id="9" name="Text 7"/>
            <p:cNvSpPr/>
            <p:nvPr/>
          </p:nvSpPr>
          <p:spPr>
            <a:xfrm>
              <a:off x="1798320" y="4190238"/>
              <a:ext cx="7200900" cy="33604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400" dirty="0">
                  <a:solidFill>
                    <a:srgbClr val="AAB4D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Tools: Microsoft Excel  •  PivotTables  •  PivotCharts  •  Slicers  •  Dashboard Design</a:t>
              </a:r>
              <a:endParaRPr lang="en-US" sz="1400" dirty="0"/>
            </a:p>
          </p:txBody>
        </p:sp>
      </p:grp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C52287C-ACD5-BF85-5BB3-CD78A71541D1}"/>
              </a:ext>
            </a:extLst>
          </p:cNvPr>
          <p:cNvSpPr/>
          <p:nvPr/>
        </p:nvSpPr>
        <p:spPr>
          <a:xfrm>
            <a:off x="455725" y="4250076"/>
            <a:ext cx="3797381" cy="2468880"/>
          </a:xfrm>
          <a:custGeom>
            <a:avLst/>
            <a:gdLst>
              <a:gd name="csX0" fmla="*/ 2562941 w 3797381"/>
              <a:gd name="csY0" fmla="*/ 0 h 2468880"/>
              <a:gd name="csX1" fmla="*/ 3797381 w 3797381"/>
              <a:gd name="csY1" fmla="*/ 1234440 h 2468880"/>
              <a:gd name="csX2" fmla="*/ 2562941 w 3797381"/>
              <a:gd name="csY2" fmla="*/ 2468880 h 2468880"/>
              <a:gd name="csX3" fmla="*/ 1974534 w 3797381"/>
              <a:gd name="csY3" fmla="*/ 2319890 h 2468880"/>
              <a:gd name="csX4" fmla="*/ 1898691 w 3797381"/>
              <a:gd name="csY4" fmla="*/ 2273814 h 2468880"/>
              <a:gd name="csX5" fmla="*/ 1924627 w 3797381"/>
              <a:gd name="csY5" fmla="*/ 2258057 h 2468880"/>
              <a:gd name="csX6" fmla="*/ 2468880 w 3797381"/>
              <a:gd name="csY6" fmla="*/ 1234440 h 2468880"/>
              <a:gd name="csX7" fmla="*/ 1924627 w 3797381"/>
              <a:gd name="csY7" fmla="*/ 210823 h 2468880"/>
              <a:gd name="csX8" fmla="*/ 1898691 w 3797381"/>
              <a:gd name="csY8" fmla="*/ 195067 h 2468880"/>
              <a:gd name="csX9" fmla="*/ 1974534 w 3797381"/>
              <a:gd name="csY9" fmla="*/ 148991 h 2468880"/>
              <a:gd name="csX10" fmla="*/ 2562941 w 3797381"/>
              <a:gd name="csY10" fmla="*/ 0 h 2468880"/>
              <a:gd name="csX11" fmla="*/ 1234440 w 3797381"/>
              <a:gd name="csY11" fmla="*/ 0 h 2468880"/>
              <a:gd name="csX12" fmla="*/ 1822847 w 3797381"/>
              <a:gd name="csY12" fmla="*/ 148991 h 2468880"/>
              <a:gd name="csX13" fmla="*/ 1898691 w 3797381"/>
              <a:gd name="csY13" fmla="*/ 195067 h 2468880"/>
              <a:gd name="csX14" fmla="*/ 1872754 w 3797381"/>
              <a:gd name="csY14" fmla="*/ 210823 h 2468880"/>
              <a:gd name="csX15" fmla="*/ 1328501 w 3797381"/>
              <a:gd name="csY15" fmla="*/ 1234440 h 2468880"/>
              <a:gd name="csX16" fmla="*/ 1872754 w 3797381"/>
              <a:gd name="csY16" fmla="*/ 2258057 h 2468880"/>
              <a:gd name="csX17" fmla="*/ 1898691 w 3797381"/>
              <a:gd name="csY17" fmla="*/ 2273814 h 2468880"/>
              <a:gd name="csX18" fmla="*/ 1822847 w 3797381"/>
              <a:gd name="csY18" fmla="*/ 2319890 h 2468880"/>
              <a:gd name="csX19" fmla="*/ 1234440 w 3797381"/>
              <a:gd name="csY19" fmla="*/ 2468880 h 2468880"/>
              <a:gd name="csX20" fmla="*/ 0 w 3797381"/>
              <a:gd name="csY20" fmla="*/ 1234440 h 2468880"/>
              <a:gd name="csX21" fmla="*/ 1234440 w 3797381"/>
              <a:gd name="csY21" fmla="*/ 0 h 24688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3797381" h="2468880">
                <a:moveTo>
                  <a:pt x="2562941" y="0"/>
                </a:moveTo>
                <a:cubicBezTo>
                  <a:pt x="3244703" y="0"/>
                  <a:pt x="3797381" y="552678"/>
                  <a:pt x="3797381" y="1234440"/>
                </a:cubicBezTo>
                <a:cubicBezTo>
                  <a:pt x="3797381" y="1916202"/>
                  <a:pt x="3244703" y="2468880"/>
                  <a:pt x="2562941" y="2468880"/>
                </a:cubicBezTo>
                <a:cubicBezTo>
                  <a:pt x="2349890" y="2468880"/>
                  <a:pt x="2149446" y="2414908"/>
                  <a:pt x="1974534" y="2319890"/>
                </a:cubicBezTo>
                <a:lnTo>
                  <a:pt x="1898691" y="2273814"/>
                </a:lnTo>
                <a:lnTo>
                  <a:pt x="1924627" y="2258057"/>
                </a:lnTo>
                <a:cubicBezTo>
                  <a:pt x="2252990" y="2036219"/>
                  <a:pt x="2468880" y="1660542"/>
                  <a:pt x="2468880" y="1234440"/>
                </a:cubicBezTo>
                <a:cubicBezTo>
                  <a:pt x="2468880" y="808339"/>
                  <a:pt x="2252990" y="432661"/>
                  <a:pt x="1924627" y="210823"/>
                </a:cubicBezTo>
                <a:lnTo>
                  <a:pt x="1898691" y="195067"/>
                </a:lnTo>
                <a:lnTo>
                  <a:pt x="1974534" y="148991"/>
                </a:lnTo>
                <a:cubicBezTo>
                  <a:pt x="2149446" y="53973"/>
                  <a:pt x="2349890" y="0"/>
                  <a:pt x="2562941" y="0"/>
                </a:cubicBezTo>
                <a:close/>
                <a:moveTo>
                  <a:pt x="1234440" y="0"/>
                </a:moveTo>
                <a:cubicBezTo>
                  <a:pt x="1447491" y="0"/>
                  <a:pt x="1647936" y="53973"/>
                  <a:pt x="1822847" y="148991"/>
                </a:cubicBezTo>
                <a:lnTo>
                  <a:pt x="1898691" y="195067"/>
                </a:lnTo>
                <a:lnTo>
                  <a:pt x="1872754" y="210823"/>
                </a:lnTo>
                <a:cubicBezTo>
                  <a:pt x="1544391" y="432661"/>
                  <a:pt x="1328501" y="808339"/>
                  <a:pt x="1328501" y="1234440"/>
                </a:cubicBezTo>
                <a:cubicBezTo>
                  <a:pt x="1328501" y="1660542"/>
                  <a:pt x="1544391" y="2036219"/>
                  <a:pt x="1872754" y="2258057"/>
                </a:cubicBezTo>
                <a:lnTo>
                  <a:pt x="1898691" y="2273814"/>
                </a:lnTo>
                <a:lnTo>
                  <a:pt x="1822847" y="2319890"/>
                </a:lnTo>
                <a:cubicBezTo>
                  <a:pt x="1647936" y="2414908"/>
                  <a:pt x="1447491" y="2468880"/>
                  <a:pt x="1234440" y="2468880"/>
                </a:cubicBezTo>
                <a:cubicBezTo>
                  <a:pt x="552678" y="2468880"/>
                  <a:pt x="0" y="1916202"/>
                  <a:pt x="0" y="1234440"/>
                </a:cubicBezTo>
                <a:cubicBezTo>
                  <a:pt x="0" y="552678"/>
                  <a:pt x="552678" y="0"/>
                  <a:pt x="1234440" y="0"/>
                </a:cubicBezTo>
                <a:close/>
              </a:path>
            </a:pathLst>
          </a:custGeom>
          <a:solidFill>
            <a:srgbClr val="1D2C1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2777" y="295466"/>
            <a:ext cx="829818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1D2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3600" dirty="0">
              <a:solidFill>
                <a:srgbClr val="1D2C1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4EAF7A1-A590-BD31-9299-E3A22A1E6C4B}"/>
              </a:ext>
            </a:extLst>
          </p:cNvPr>
          <p:cNvGrpSpPr/>
          <p:nvPr/>
        </p:nvGrpSpPr>
        <p:grpSpPr>
          <a:xfrm>
            <a:off x="374904" y="1078545"/>
            <a:ext cx="11356848" cy="1893951"/>
            <a:chOff x="1935480" y="2228850"/>
            <a:chExt cx="8298180" cy="1577340"/>
          </a:xfrm>
        </p:grpSpPr>
        <p:sp>
          <p:nvSpPr>
            <p:cNvPr id="3" name="Shape 1"/>
            <p:cNvSpPr/>
            <p:nvPr/>
          </p:nvSpPr>
          <p:spPr>
            <a:xfrm>
              <a:off x="1935480" y="2228850"/>
              <a:ext cx="8298180" cy="1577340"/>
            </a:xfrm>
            <a:prstGeom prst="roundRect">
              <a:avLst>
                <a:gd name="adj" fmla="val 5217"/>
              </a:avLst>
            </a:prstGeom>
            <a:solidFill>
              <a:srgbClr val="FFFFFF"/>
            </a:solidFill>
            <a:ln/>
            <a:effectLst>
              <a:outerShdw blurRad="101600" dist="38100" dir="5400000" algn="bl" rotWithShape="0">
                <a:srgbClr val="1E2761">
                  <a:alpha val="12000"/>
                </a:srgbClr>
              </a:outerShdw>
            </a:effectLst>
          </p:spPr>
        </p:sp>
        <p:sp>
          <p:nvSpPr>
            <p:cNvPr id="4" name="Text 2"/>
            <p:cNvSpPr/>
            <p:nvPr/>
          </p:nvSpPr>
          <p:spPr>
            <a:xfrm>
              <a:off x="2209800" y="2400300"/>
              <a:ext cx="7934706" cy="12344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>
                <a:lnSpc>
                  <a:spcPct val="130000"/>
                </a:lnSpc>
              </a:pPr>
              <a:r>
                <a:rPr lang="en-US" sz="2400" i="1" dirty="0">
                  <a:solidFill>
                    <a:srgbClr val="1D2C1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This project analyses Superstore sales data to identify sales trends, profitable products, valuable customer segments, and operational factors affecting profit.</a:t>
              </a:r>
              <a:endParaRPr lang="en-US" sz="2400" dirty="0">
                <a:solidFill>
                  <a:srgbClr val="1D2C12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9494B60-10E0-FAA1-05C0-9187C602D504}"/>
              </a:ext>
            </a:extLst>
          </p:cNvPr>
          <p:cNvGrpSpPr/>
          <p:nvPr/>
        </p:nvGrpSpPr>
        <p:grpSpPr>
          <a:xfrm>
            <a:off x="374904" y="3178360"/>
            <a:ext cx="2743200" cy="2267712"/>
            <a:chOff x="899550" y="3306699"/>
            <a:chExt cx="2876922" cy="2266892"/>
          </a:xfrm>
        </p:grpSpPr>
        <p:sp>
          <p:nvSpPr>
            <p:cNvPr id="5" name="Shape 3"/>
            <p:cNvSpPr/>
            <p:nvPr/>
          </p:nvSpPr>
          <p:spPr>
            <a:xfrm>
              <a:off x="899550" y="3306699"/>
              <a:ext cx="2876922" cy="2266892"/>
            </a:xfrm>
            <a:prstGeom prst="roundRect">
              <a:avLst>
                <a:gd name="adj" fmla="val 4651"/>
              </a:avLst>
            </a:prstGeom>
            <a:solidFill>
              <a:srgbClr val="FFFFFF"/>
            </a:solidFill>
            <a:ln/>
            <a:effectLst>
              <a:outerShdw blurRad="76200" dist="25400" dir="5400000" algn="bl" rotWithShape="0">
                <a:srgbClr val="1E2761">
                  <a:alpha val="10000"/>
                </a:srgbClr>
              </a:outerShdw>
            </a:effectLst>
          </p:spPr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BCC2B529-C6CB-DF4C-F746-F22D04E2180B}"/>
                </a:ext>
              </a:extLst>
            </p:cNvPr>
            <p:cNvGrpSpPr/>
            <p:nvPr/>
          </p:nvGrpSpPr>
          <p:grpSpPr>
            <a:xfrm>
              <a:off x="2112881" y="3499866"/>
              <a:ext cx="522640" cy="493776"/>
              <a:chOff x="1774552" y="3499866"/>
              <a:chExt cx="522640" cy="493776"/>
            </a:xfrm>
          </p:grpSpPr>
          <p:sp>
            <p:nvSpPr>
              <p:cNvPr id="6" name="Shape 4"/>
              <p:cNvSpPr/>
              <p:nvPr/>
            </p:nvSpPr>
            <p:spPr>
              <a:xfrm>
                <a:off x="1774553" y="3513582"/>
                <a:ext cx="522639" cy="480060"/>
              </a:xfrm>
              <a:prstGeom prst="ellipse">
                <a:avLst/>
              </a:prstGeom>
              <a:solidFill>
                <a:srgbClr val="1D2C12"/>
              </a:solidFill>
              <a:ln/>
            </p:spPr>
          </p:sp>
          <p:sp>
            <p:nvSpPr>
              <p:cNvPr id="7" name="Text 5"/>
              <p:cNvSpPr/>
              <p:nvPr/>
            </p:nvSpPr>
            <p:spPr>
              <a:xfrm>
                <a:off x="1774552" y="3499866"/>
                <a:ext cx="522639" cy="4800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/>
                <a:r>
                  <a:rPr lang="en-US" sz="147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↗</a:t>
                </a:r>
                <a:endParaRPr lang="en-US" sz="1470" dirty="0"/>
              </a:p>
            </p:txBody>
          </p:sp>
        </p:grpSp>
        <p:sp>
          <p:nvSpPr>
            <p:cNvPr id="8" name="Text 6"/>
            <p:cNvSpPr/>
            <p:nvPr/>
          </p:nvSpPr>
          <p:spPr>
            <a:xfrm>
              <a:off x="1422252" y="4046220"/>
              <a:ext cx="1903898" cy="24003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2400" b="1" dirty="0">
                  <a:solidFill>
                    <a:srgbClr val="1D2C1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Sales Trends</a:t>
              </a:r>
              <a:endParaRPr lang="en-US" sz="2400" dirty="0">
                <a:solidFill>
                  <a:srgbClr val="1D2C12"/>
                </a:solidFill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971929" y="4299966"/>
              <a:ext cx="2804543" cy="106756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>
                <a:lnSpc>
                  <a:spcPct val="115000"/>
                </a:lnSpc>
              </a:pPr>
              <a:r>
                <a:rPr lang="en-US" sz="2000" dirty="0">
                  <a:solidFill>
                    <a:srgbClr val="1D2C1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Track performance over time and by region</a:t>
              </a:r>
              <a:endParaRPr lang="en-US" sz="2000" dirty="0">
                <a:solidFill>
                  <a:srgbClr val="1D2C12"/>
                </a:solidFill>
              </a:endParaRPr>
            </a:p>
          </p:txBody>
        </p:sp>
      </p:grpSp>
      <p:sp>
        <p:nvSpPr>
          <p:cNvPr id="25" name="Text 23"/>
          <p:cNvSpPr/>
          <p:nvPr/>
        </p:nvSpPr>
        <p:spPr>
          <a:xfrm>
            <a:off x="374904" y="5897880"/>
            <a:ext cx="4114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Performance Analysis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0027920" y="5760720"/>
            <a:ext cx="27432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675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75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600C48A-2366-A1ED-C271-01FD5220EFED}"/>
              </a:ext>
            </a:extLst>
          </p:cNvPr>
          <p:cNvGrpSpPr/>
          <p:nvPr/>
        </p:nvGrpSpPr>
        <p:grpSpPr>
          <a:xfrm>
            <a:off x="8854830" y="3178360"/>
            <a:ext cx="2743200" cy="2266892"/>
            <a:chOff x="899550" y="3306699"/>
            <a:chExt cx="2876922" cy="2266892"/>
          </a:xfrm>
        </p:grpSpPr>
        <p:sp>
          <p:nvSpPr>
            <p:cNvPr id="38" name="Shape 3">
              <a:extLst>
                <a:ext uri="{FF2B5EF4-FFF2-40B4-BE49-F238E27FC236}">
                  <a16:creationId xmlns:a16="http://schemas.microsoft.com/office/drawing/2014/main" id="{5FB485E9-A9B7-9FC7-F767-59CE6743B23F}"/>
                </a:ext>
              </a:extLst>
            </p:cNvPr>
            <p:cNvSpPr/>
            <p:nvPr/>
          </p:nvSpPr>
          <p:spPr>
            <a:xfrm>
              <a:off x="899550" y="3306699"/>
              <a:ext cx="2876922" cy="2266892"/>
            </a:xfrm>
            <a:prstGeom prst="roundRect">
              <a:avLst>
                <a:gd name="adj" fmla="val 4651"/>
              </a:avLst>
            </a:prstGeom>
            <a:solidFill>
              <a:srgbClr val="FFFFFF"/>
            </a:solidFill>
            <a:ln/>
            <a:effectLst>
              <a:outerShdw blurRad="76200" dist="25400" dir="5400000" algn="bl" rotWithShape="0">
                <a:srgbClr val="1E2761">
                  <a:alpha val="10000"/>
                </a:srgbClr>
              </a:outerShdw>
            </a:effectLst>
          </p:spPr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6AD0D051-3EF0-6268-7577-C5FD7527E633}"/>
                </a:ext>
              </a:extLst>
            </p:cNvPr>
            <p:cNvGrpSpPr/>
            <p:nvPr/>
          </p:nvGrpSpPr>
          <p:grpSpPr>
            <a:xfrm>
              <a:off x="2112881" y="3499866"/>
              <a:ext cx="522640" cy="493776"/>
              <a:chOff x="1774552" y="3499866"/>
              <a:chExt cx="522640" cy="493776"/>
            </a:xfrm>
          </p:grpSpPr>
          <p:sp>
            <p:nvSpPr>
              <p:cNvPr id="42" name="Shape 4">
                <a:extLst>
                  <a:ext uri="{FF2B5EF4-FFF2-40B4-BE49-F238E27FC236}">
                    <a16:creationId xmlns:a16="http://schemas.microsoft.com/office/drawing/2014/main" id="{38280E65-27E6-8B34-D93D-FACDBEA76D07}"/>
                  </a:ext>
                </a:extLst>
              </p:cNvPr>
              <p:cNvSpPr/>
              <p:nvPr/>
            </p:nvSpPr>
            <p:spPr>
              <a:xfrm>
                <a:off x="1774553" y="3513582"/>
                <a:ext cx="522639" cy="480060"/>
              </a:xfrm>
              <a:prstGeom prst="ellipse">
                <a:avLst/>
              </a:prstGeom>
              <a:solidFill>
                <a:srgbClr val="1D2C12"/>
              </a:solidFill>
              <a:ln/>
            </p:spPr>
          </p:sp>
          <p:sp>
            <p:nvSpPr>
              <p:cNvPr id="43" name="Text 5">
                <a:extLst>
                  <a:ext uri="{FF2B5EF4-FFF2-40B4-BE49-F238E27FC236}">
                    <a16:creationId xmlns:a16="http://schemas.microsoft.com/office/drawing/2014/main" id="{5EF917C5-1541-C92F-AB5C-2E870546474F}"/>
                  </a:ext>
                </a:extLst>
              </p:cNvPr>
              <p:cNvSpPr/>
              <p:nvPr/>
            </p:nvSpPr>
            <p:spPr>
              <a:xfrm>
                <a:off x="1774552" y="3499866"/>
                <a:ext cx="522639" cy="4800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/>
                <a:r>
                  <a:rPr lang="en-US" sz="147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⚙</a:t>
                </a:r>
                <a:endParaRPr lang="en-US" sz="1470" dirty="0"/>
              </a:p>
            </p:txBody>
          </p:sp>
        </p:grpSp>
        <p:sp>
          <p:nvSpPr>
            <p:cNvPr id="40" name="Text 6">
              <a:extLst>
                <a:ext uri="{FF2B5EF4-FFF2-40B4-BE49-F238E27FC236}">
                  <a16:creationId xmlns:a16="http://schemas.microsoft.com/office/drawing/2014/main" id="{7520489E-4BD0-8046-9161-761880AAC5BA}"/>
                </a:ext>
              </a:extLst>
            </p:cNvPr>
            <p:cNvSpPr/>
            <p:nvPr/>
          </p:nvSpPr>
          <p:spPr>
            <a:xfrm>
              <a:off x="1422252" y="4046220"/>
              <a:ext cx="1903898" cy="24003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2400" b="1" dirty="0">
                  <a:solidFill>
                    <a:srgbClr val="1D2C1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Operations</a:t>
              </a:r>
              <a:endParaRPr lang="en-US" sz="2400" dirty="0">
                <a:solidFill>
                  <a:srgbClr val="1D2C12"/>
                </a:solidFill>
              </a:endParaRPr>
            </a:p>
          </p:txBody>
        </p:sp>
        <p:sp>
          <p:nvSpPr>
            <p:cNvPr id="41" name="Text 7">
              <a:extLst>
                <a:ext uri="{FF2B5EF4-FFF2-40B4-BE49-F238E27FC236}">
                  <a16:creationId xmlns:a16="http://schemas.microsoft.com/office/drawing/2014/main" id="{394AEA76-72C2-CECA-78E2-B1B206732B0A}"/>
                </a:ext>
              </a:extLst>
            </p:cNvPr>
            <p:cNvSpPr/>
            <p:nvPr/>
          </p:nvSpPr>
          <p:spPr>
            <a:xfrm>
              <a:off x="971930" y="4299966"/>
              <a:ext cx="2804542" cy="106756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>
                <a:lnSpc>
                  <a:spcPct val="115000"/>
                </a:lnSpc>
              </a:pPr>
              <a:r>
                <a:rPr lang="en-US" sz="2000" dirty="0">
                  <a:solidFill>
                    <a:srgbClr val="1D2C1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Assess shipping and return impacts</a:t>
              </a:r>
              <a:endParaRPr lang="en-US" sz="2000" dirty="0">
                <a:solidFill>
                  <a:srgbClr val="1D2C12"/>
                </a:solidFill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ACFEEEB-1781-5343-2AD5-66660BC2C2E0}"/>
              </a:ext>
            </a:extLst>
          </p:cNvPr>
          <p:cNvGrpSpPr/>
          <p:nvPr/>
        </p:nvGrpSpPr>
        <p:grpSpPr>
          <a:xfrm>
            <a:off x="3201546" y="3178360"/>
            <a:ext cx="2743200" cy="2266892"/>
            <a:chOff x="899550" y="3306699"/>
            <a:chExt cx="2876922" cy="2266892"/>
          </a:xfrm>
        </p:grpSpPr>
        <p:sp>
          <p:nvSpPr>
            <p:cNvPr id="45" name="Shape 3">
              <a:extLst>
                <a:ext uri="{FF2B5EF4-FFF2-40B4-BE49-F238E27FC236}">
                  <a16:creationId xmlns:a16="http://schemas.microsoft.com/office/drawing/2014/main" id="{DAD843D5-8960-0F96-ACD1-2B3F649A9FA3}"/>
                </a:ext>
              </a:extLst>
            </p:cNvPr>
            <p:cNvSpPr/>
            <p:nvPr/>
          </p:nvSpPr>
          <p:spPr>
            <a:xfrm>
              <a:off x="899550" y="3306699"/>
              <a:ext cx="2876922" cy="2266892"/>
            </a:xfrm>
            <a:prstGeom prst="roundRect">
              <a:avLst>
                <a:gd name="adj" fmla="val 4651"/>
              </a:avLst>
            </a:prstGeom>
            <a:solidFill>
              <a:srgbClr val="FFFFFF"/>
            </a:solidFill>
            <a:ln/>
            <a:effectLst>
              <a:outerShdw blurRad="76200" dist="25400" dir="5400000" algn="bl" rotWithShape="0">
                <a:srgbClr val="1E2761">
                  <a:alpha val="10000"/>
                </a:srgbClr>
              </a:outerShdw>
            </a:effectLst>
          </p:spPr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9928C729-5EEA-80DB-1A47-73E525D1488E}"/>
                </a:ext>
              </a:extLst>
            </p:cNvPr>
            <p:cNvGrpSpPr/>
            <p:nvPr/>
          </p:nvGrpSpPr>
          <p:grpSpPr>
            <a:xfrm>
              <a:off x="2112881" y="3499866"/>
              <a:ext cx="522640" cy="493776"/>
              <a:chOff x="1774552" y="3499866"/>
              <a:chExt cx="522640" cy="493776"/>
            </a:xfrm>
          </p:grpSpPr>
          <p:sp>
            <p:nvSpPr>
              <p:cNvPr id="49" name="Shape 4">
                <a:extLst>
                  <a:ext uri="{FF2B5EF4-FFF2-40B4-BE49-F238E27FC236}">
                    <a16:creationId xmlns:a16="http://schemas.microsoft.com/office/drawing/2014/main" id="{5B981FD2-6D6B-C547-90B7-3C8F40CAC4DF}"/>
                  </a:ext>
                </a:extLst>
              </p:cNvPr>
              <p:cNvSpPr/>
              <p:nvPr/>
            </p:nvSpPr>
            <p:spPr>
              <a:xfrm>
                <a:off x="1774553" y="3513582"/>
                <a:ext cx="522639" cy="480060"/>
              </a:xfrm>
              <a:prstGeom prst="ellipse">
                <a:avLst/>
              </a:prstGeom>
              <a:solidFill>
                <a:srgbClr val="1D2C12"/>
              </a:solidFill>
              <a:ln/>
            </p:spPr>
          </p:sp>
          <p:sp>
            <p:nvSpPr>
              <p:cNvPr id="50" name="Text 5">
                <a:extLst>
                  <a:ext uri="{FF2B5EF4-FFF2-40B4-BE49-F238E27FC236}">
                    <a16:creationId xmlns:a16="http://schemas.microsoft.com/office/drawing/2014/main" id="{68A4B75C-B469-824F-693D-F1E14FFDECF2}"/>
                  </a:ext>
                </a:extLst>
              </p:cNvPr>
              <p:cNvSpPr/>
              <p:nvPr/>
            </p:nvSpPr>
            <p:spPr>
              <a:xfrm>
                <a:off x="1774552" y="3499866"/>
                <a:ext cx="522639" cy="4800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/>
                <a:r>
                  <a:rPr lang="en-US" sz="147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$</a:t>
                </a:r>
                <a:endParaRPr lang="en-US" sz="1470" dirty="0"/>
              </a:p>
            </p:txBody>
          </p:sp>
        </p:grpSp>
        <p:sp>
          <p:nvSpPr>
            <p:cNvPr id="47" name="Text 6">
              <a:extLst>
                <a:ext uri="{FF2B5EF4-FFF2-40B4-BE49-F238E27FC236}">
                  <a16:creationId xmlns:a16="http://schemas.microsoft.com/office/drawing/2014/main" id="{DC7A9261-9561-EB10-CBD2-A9695F2B74FE}"/>
                </a:ext>
              </a:extLst>
            </p:cNvPr>
            <p:cNvSpPr/>
            <p:nvPr/>
          </p:nvSpPr>
          <p:spPr>
            <a:xfrm>
              <a:off x="1422252" y="4046220"/>
              <a:ext cx="1903898" cy="24003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2400" b="1" dirty="0">
                  <a:solidFill>
                    <a:srgbClr val="1D2C1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Profitability</a:t>
              </a:r>
              <a:endParaRPr lang="en-US" sz="2400" dirty="0">
                <a:solidFill>
                  <a:srgbClr val="1D2C12"/>
                </a:solidFill>
              </a:endParaRPr>
            </a:p>
          </p:txBody>
        </p:sp>
        <p:sp>
          <p:nvSpPr>
            <p:cNvPr id="48" name="Text 7">
              <a:extLst>
                <a:ext uri="{FF2B5EF4-FFF2-40B4-BE49-F238E27FC236}">
                  <a16:creationId xmlns:a16="http://schemas.microsoft.com/office/drawing/2014/main" id="{00C611AC-0A76-52BE-868C-7B76D75CBC01}"/>
                </a:ext>
              </a:extLst>
            </p:cNvPr>
            <p:cNvSpPr/>
            <p:nvPr/>
          </p:nvSpPr>
          <p:spPr>
            <a:xfrm>
              <a:off x="971930" y="4299966"/>
              <a:ext cx="2804542" cy="106756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>
                <a:lnSpc>
                  <a:spcPct val="115000"/>
                </a:lnSpc>
              </a:pPr>
              <a:r>
                <a:rPr lang="en-US" sz="2000" dirty="0">
                  <a:solidFill>
                    <a:srgbClr val="1D2C1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Identify which products drive or drain profit</a:t>
              </a:r>
              <a:endParaRPr lang="en-US" sz="2000" dirty="0">
                <a:solidFill>
                  <a:srgbClr val="1D2C12"/>
                </a:solidFill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F9A8E4F-DBAD-4585-C471-7E1CB4995258}"/>
              </a:ext>
            </a:extLst>
          </p:cNvPr>
          <p:cNvGrpSpPr/>
          <p:nvPr/>
        </p:nvGrpSpPr>
        <p:grpSpPr>
          <a:xfrm>
            <a:off x="6028188" y="3178360"/>
            <a:ext cx="2743200" cy="2266892"/>
            <a:chOff x="899550" y="3306699"/>
            <a:chExt cx="2876922" cy="2266892"/>
          </a:xfrm>
        </p:grpSpPr>
        <p:sp>
          <p:nvSpPr>
            <p:cNvPr id="52" name="Shape 3">
              <a:extLst>
                <a:ext uri="{FF2B5EF4-FFF2-40B4-BE49-F238E27FC236}">
                  <a16:creationId xmlns:a16="http://schemas.microsoft.com/office/drawing/2014/main" id="{7A8AC22B-9048-9C31-A31C-8B08EACFB73B}"/>
                </a:ext>
              </a:extLst>
            </p:cNvPr>
            <p:cNvSpPr/>
            <p:nvPr/>
          </p:nvSpPr>
          <p:spPr>
            <a:xfrm>
              <a:off x="899550" y="3306699"/>
              <a:ext cx="2876922" cy="2266892"/>
            </a:xfrm>
            <a:prstGeom prst="roundRect">
              <a:avLst>
                <a:gd name="adj" fmla="val 4651"/>
              </a:avLst>
            </a:prstGeom>
            <a:solidFill>
              <a:srgbClr val="FFFFFF"/>
            </a:solidFill>
            <a:ln/>
            <a:effectLst>
              <a:outerShdw blurRad="76200" dist="25400" dir="5400000" algn="bl" rotWithShape="0">
                <a:srgbClr val="1E2761">
                  <a:alpha val="10000"/>
                </a:srgbClr>
              </a:outerShdw>
            </a:effectLst>
          </p:spPr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A15EC17D-DEEE-F3F8-4BFD-D9FBA0AED3A8}"/>
                </a:ext>
              </a:extLst>
            </p:cNvPr>
            <p:cNvGrpSpPr/>
            <p:nvPr/>
          </p:nvGrpSpPr>
          <p:grpSpPr>
            <a:xfrm>
              <a:off x="2112881" y="3499866"/>
              <a:ext cx="522640" cy="493776"/>
              <a:chOff x="1774552" y="3499866"/>
              <a:chExt cx="522640" cy="493776"/>
            </a:xfrm>
          </p:grpSpPr>
          <p:sp>
            <p:nvSpPr>
              <p:cNvPr id="56" name="Shape 4">
                <a:extLst>
                  <a:ext uri="{FF2B5EF4-FFF2-40B4-BE49-F238E27FC236}">
                    <a16:creationId xmlns:a16="http://schemas.microsoft.com/office/drawing/2014/main" id="{518C9B45-AACC-8E67-ADF0-71DB0609E9AC}"/>
                  </a:ext>
                </a:extLst>
              </p:cNvPr>
              <p:cNvSpPr/>
              <p:nvPr/>
            </p:nvSpPr>
            <p:spPr>
              <a:xfrm>
                <a:off x="1774553" y="3513582"/>
                <a:ext cx="522639" cy="480060"/>
              </a:xfrm>
              <a:prstGeom prst="ellipse">
                <a:avLst/>
              </a:prstGeom>
              <a:solidFill>
                <a:srgbClr val="1D2C12"/>
              </a:solidFill>
              <a:ln/>
            </p:spPr>
          </p:sp>
          <p:sp>
            <p:nvSpPr>
              <p:cNvPr id="57" name="Text 5">
                <a:extLst>
                  <a:ext uri="{FF2B5EF4-FFF2-40B4-BE49-F238E27FC236}">
                    <a16:creationId xmlns:a16="http://schemas.microsoft.com/office/drawing/2014/main" id="{CC74ADE8-C3DD-393B-A937-640C7B810EF9}"/>
                  </a:ext>
                </a:extLst>
              </p:cNvPr>
              <p:cNvSpPr/>
              <p:nvPr/>
            </p:nvSpPr>
            <p:spPr>
              <a:xfrm>
                <a:off x="1774552" y="3499866"/>
                <a:ext cx="522639" cy="4800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/>
                <a:r>
                  <a:rPr lang="en-US" sz="147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◎</a:t>
                </a:r>
                <a:endParaRPr lang="en-US" sz="1470" dirty="0"/>
              </a:p>
            </p:txBody>
          </p:sp>
        </p:grpSp>
        <p:sp>
          <p:nvSpPr>
            <p:cNvPr id="54" name="Text 6">
              <a:extLst>
                <a:ext uri="{FF2B5EF4-FFF2-40B4-BE49-F238E27FC236}">
                  <a16:creationId xmlns:a16="http://schemas.microsoft.com/office/drawing/2014/main" id="{F334F585-1EBD-1612-005C-2583207335DE}"/>
                </a:ext>
              </a:extLst>
            </p:cNvPr>
            <p:cNvSpPr/>
            <p:nvPr/>
          </p:nvSpPr>
          <p:spPr>
            <a:xfrm>
              <a:off x="1146481" y="4046220"/>
              <a:ext cx="2478354" cy="26746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2400" b="1" dirty="0">
                  <a:solidFill>
                    <a:srgbClr val="1D2C1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Customer Value</a:t>
              </a:r>
              <a:endParaRPr lang="en-US" sz="2400" dirty="0">
                <a:solidFill>
                  <a:srgbClr val="1D2C12"/>
                </a:solidFill>
              </a:endParaRPr>
            </a:p>
          </p:txBody>
        </p:sp>
        <p:sp>
          <p:nvSpPr>
            <p:cNvPr id="55" name="Text 7">
              <a:extLst>
                <a:ext uri="{FF2B5EF4-FFF2-40B4-BE49-F238E27FC236}">
                  <a16:creationId xmlns:a16="http://schemas.microsoft.com/office/drawing/2014/main" id="{9F70E4ED-03E6-6F32-301D-ED0B534B7B7D}"/>
                </a:ext>
              </a:extLst>
            </p:cNvPr>
            <p:cNvSpPr/>
            <p:nvPr/>
          </p:nvSpPr>
          <p:spPr>
            <a:xfrm>
              <a:off x="971930" y="4299966"/>
              <a:ext cx="2804542" cy="106756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>
                <a:lnSpc>
                  <a:spcPct val="115000"/>
                </a:lnSpc>
              </a:pPr>
              <a:r>
                <a:rPr lang="en-US" sz="2000" dirty="0">
                  <a:solidFill>
                    <a:srgbClr val="1D2C1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Find the most valuable customer segments</a:t>
              </a:r>
              <a:endParaRPr lang="en-US" sz="2000" dirty="0">
                <a:solidFill>
                  <a:srgbClr val="1D2C12"/>
                </a:solidFill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3464" y="102343"/>
            <a:ext cx="829818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1D2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Dashboard Overview</a:t>
            </a:r>
            <a:endParaRPr lang="en-US" sz="2800" dirty="0">
              <a:solidFill>
                <a:srgbClr val="1D2C12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2980944" y="941182"/>
            <a:ext cx="493776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kern="0" spc="150" dirty="0">
                <a:solidFill>
                  <a:srgbClr val="1D2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</a:t>
            </a:r>
            <a:endParaRPr lang="en-US" dirty="0">
              <a:solidFill>
                <a:srgbClr val="1D2C12"/>
              </a:solidFill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2169876-21F2-F8FA-93C3-FF075F9567CC}"/>
              </a:ext>
            </a:extLst>
          </p:cNvPr>
          <p:cNvGrpSpPr/>
          <p:nvPr/>
        </p:nvGrpSpPr>
        <p:grpSpPr>
          <a:xfrm>
            <a:off x="283465" y="909955"/>
            <a:ext cx="2377440" cy="5692013"/>
            <a:chOff x="283464" y="909955"/>
            <a:chExt cx="3685031" cy="5125085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5AF38154-5901-B0DB-FA1D-71A5E7BB0FCE}"/>
                </a:ext>
              </a:extLst>
            </p:cNvPr>
            <p:cNvGrpSpPr/>
            <p:nvPr/>
          </p:nvGrpSpPr>
          <p:grpSpPr>
            <a:xfrm>
              <a:off x="283464" y="909955"/>
              <a:ext cx="3685031" cy="5125085"/>
              <a:chOff x="411480" y="1723390"/>
              <a:chExt cx="2423161" cy="3763010"/>
            </a:xfrm>
          </p:grpSpPr>
          <p:sp>
            <p:nvSpPr>
              <p:cNvPr id="3" name="Shape 1"/>
              <p:cNvSpPr/>
              <p:nvPr/>
            </p:nvSpPr>
            <p:spPr>
              <a:xfrm>
                <a:off x="411480" y="1723390"/>
                <a:ext cx="2423161" cy="3763010"/>
              </a:xfrm>
              <a:prstGeom prst="roundRect">
                <a:avLst>
                  <a:gd name="adj" fmla="val 2609"/>
                </a:avLst>
              </a:prstGeom>
              <a:solidFill>
                <a:schemeClr val="accent6">
                  <a:lumMod val="50000"/>
                </a:schemeClr>
              </a:solidFill>
              <a:ln/>
            </p:spPr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91F8CE4A-1DFA-BEA2-0BEA-20B8BDE2DC25}"/>
                  </a:ext>
                </a:extLst>
              </p:cNvPr>
              <p:cNvGrpSpPr/>
              <p:nvPr/>
            </p:nvGrpSpPr>
            <p:grpSpPr>
              <a:xfrm>
                <a:off x="617220" y="1925321"/>
                <a:ext cx="1852930" cy="3132661"/>
                <a:chOff x="617220" y="1925321"/>
                <a:chExt cx="1852930" cy="3132661"/>
              </a:xfrm>
            </p:grpSpPr>
            <p:sp>
              <p:nvSpPr>
                <p:cNvPr id="4" name="Text 2"/>
                <p:cNvSpPr/>
                <p:nvPr/>
              </p:nvSpPr>
              <p:spPr>
                <a:xfrm>
                  <a:off x="617220" y="1925321"/>
                  <a:ext cx="1474270" cy="221144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r>
                    <a:rPr lang="en-US" sz="2000" b="1" kern="0" spc="150" dirty="0">
                      <a:solidFill>
                        <a:srgbClr val="CADCFC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DATASET</a:t>
                  </a:r>
                  <a:endParaRPr lang="en-US" sz="2000" dirty="0"/>
                </a:p>
              </p:txBody>
            </p:sp>
            <p:sp>
              <p:nvSpPr>
                <p:cNvPr id="5" name="Text 3"/>
                <p:cNvSpPr/>
                <p:nvPr/>
              </p:nvSpPr>
              <p:spPr>
                <a:xfrm>
                  <a:off x="617220" y="2177704"/>
                  <a:ext cx="1732022" cy="151765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r>
                    <a:rPr lang="en-US" sz="1600" b="1" dirty="0">
                      <a:solidFill>
                        <a:srgbClr val="AAB4D8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Data Period</a:t>
                  </a:r>
                  <a:endParaRPr lang="en-US" sz="1600" dirty="0"/>
                </a:p>
              </p:txBody>
            </p:sp>
            <p:sp>
              <p:nvSpPr>
                <p:cNvPr id="6" name="Text 4"/>
                <p:cNvSpPr/>
                <p:nvPr/>
              </p:nvSpPr>
              <p:spPr>
                <a:xfrm>
                  <a:off x="617220" y="2469461"/>
                  <a:ext cx="1573405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r>
                    <a:rPr lang="en-US" b="1" dirty="0">
                      <a:solidFill>
                        <a:srgbClr val="FFFFFF"/>
                      </a:solidFill>
                      <a:latin typeface="Cambria" pitchFamily="34" charset="0"/>
                      <a:ea typeface="Cambria" pitchFamily="34" charset="-122"/>
                      <a:cs typeface="Cambria" pitchFamily="34" charset="-120"/>
                    </a:rPr>
                    <a:t>2014 – </a:t>
                  </a:r>
                  <a:r>
                    <a:rPr lang="en-US" sz="1600" b="1" dirty="0">
                      <a:solidFill>
                        <a:srgbClr val="FFFFFF"/>
                      </a:solidFill>
                      <a:latin typeface="Cambria" pitchFamily="34" charset="0"/>
                      <a:ea typeface="Cambria" pitchFamily="34" charset="-122"/>
                      <a:cs typeface="Cambria" pitchFamily="34" charset="-120"/>
                    </a:rPr>
                    <a:t>2017</a:t>
                  </a:r>
                  <a:endParaRPr lang="en-US" dirty="0"/>
                </a:p>
              </p:txBody>
            </p:sp>
            <p:sp>
              <p:nvSpPr>
                <p:cNvPr id="7" name="Shape 5"/>
                <p:cNvSpPr/>
                <p:nvPr/>
              </p:nvSpPr>
              <p:spPr>
                <a:xfrm>
                  <a:off x="617220" y="2835352"/>
                  <a:ext cx="1852930" cy="0"/>
                </a:xfrm>
                <a:prstGeom prst="line">
                  <a:avLst/>
                </a:prstGeom>
                <a:noFill/>
                <a:ln w="12700">
                  <a:solidFill>
                    <a:schemeClr val="accent1">
                      <a:lumMod val="20000"/>
                      <a:lumOff val="80000"/>
                    </a:schemeClr>
                  </a:solidFill>
                  <a:prstDash val="solid"/>
                </a:ln>
              </p:spPr>
            </p:sp>
            <p:sp>
              <p:nvSpPr>
                <p:cNvPr id="8" name="Text 6"/>
                <p:cNvSpPr/>
                <p:nvPr/>
              </p:nvSpPr>
              <p:spPr>
                <a:xfrm>
                  <a:off x="617220" y="2925981"/>
                  <a:ext cx="1852930" cy="20574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r>
                    <a:rPr lang="en-US" sz="1400" b="1" dirty="0">
                      <a:solidFill>
                        <a:srgbClr val="AAB4D8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Main Fields</a:t>
                  </a:r>
                  <a:endParaRPr lang="en-US" sz="1400" dirty="0"/>
                </a:p>
              </p:txBody>
            </p:sp>
            <p:sp>
              <p:nvSpPr>
                <p:cNvPr id="9" name="Text 7"/>
                <p:cNvSpPr/>
                <p:nvPr/>
              </p:nvSpPr>
              <p:spPr>
                <a:xfrm>
                  <a:off x="617220" y="3256024"/>
                  <a:ext cx="1812227" cy="1801958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t"/>
                <a:lstStyle/>
                <a:p>
                  <a:pPr marL="114300" indent="-114300">
                    <a:spcAft>
                      <a:spcPts val="375"/>
                    </a:spcAft>
                    <a:buSzPct val="100000"/>
                    <a:buChar char="▪"/>
                  </a:pPr>
                  <a:r>
                    <a:rPr lang="en-US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Sales</a:t>
                  </a:r>
                  <a:endParaRPr lang="en-US" dirty="0"/>
                </a:p>
                <a:p>
                  <a:pPr marL="114300" indent="-114300">
                    <a:spcAft>
                      <a:spcPts val="375"/>
                    </a:spcAft>
                    <a:buSzPct val="100000"/>
                    <a:buChar char="▪"/>
                  </a:pPr>
                  <a:r>
                    <a:rPr lang="en-US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Profit</a:t>
                  </a:r>
                  <a:endParaRPr lang="en-US" dirty="0"/>
                </a:p>
                <a:p>
                  <a:pPr marL="114300" indent="-114300">
                    <a:spcAft>
                      <a:spcPts val="375"/>
                    </a:spcAft>
                    <a:buSzPct val="100000"/>
                    <a:buChar char="▪"/>
                  </a:pPr>
                  <a:r>
                    <a:rPr lang="en-US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Discount</a:t>
                  </a:r>
                  <a:endParaRPr lang="en-US" dirty="0"/>
                </a:p>
                <a:p>
                  <a:pPr marL="114300" indent="-114300">
                    <a:spcAft>
                      <a:spcPts val="375"/>
                    </a:spcAft>
                    <a:buSzPct val="100000"/>
                    <a:buChar char="▪"/>
                  </a:pPr>
                  <a:r>
                    <a:rPr lang="en-US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Category</a:t>
                  </a:r>
                  <a:endParaRPr lang="en-US" dirty="0"/>
                </a:p>
                <a:p>
                  <a:pPr marL="114300" indent="-114300">
                    <a:spcAft>
                      <a:spcPts val="375"/>
                    </a:spcAft>
                    <a:buSzPct val="100000"/>
                    <a:buChar char="▪"/>
                  </a:pPr>
                  <a:r>
                    <a:rPr lang="en-US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Customer Segment</a:t>
                  </a:r>
                  <a:endParaRPr lang="en-US" dirty="0"/>
                </a:p>
                <a:p>
                  <a:pPr marL="114300" indent="-114300">
                    <a:spcAft>
                      <a:spcPts val="375"/>
                    </a:spcAft>
                    <a:buSzPct val="100000"/>
                    <a:buChar char="▪"/>
                  </a:pPr>
                  <a:r>
                    <a:rPr lang="en-US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Region</a:t>
                  </a:r>
                  <a:endParaRPr lang="en-US" dirty="0"/>
                </a:p>
                <a:p>
                  <a:pPr marL="114300" indent="-114300">
                    <a:spcAft>
                      <a:spcPts val="375"/>
                    </a:spcAft>
                    <a:buSzPct val="100000"/>
                    <a:buChar char="▪"/>
                  </a:pPr>
                  <a:r>
                    <a:rPr lang="en-US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Ship Mode</a:t>
                  </a:r>
                  <a:endParaRPr lang="en-US" dirty="0"/>
                </a:p>
                <a:p>
                  <a:pPr marL="114300" indent="-114300">
                    <a:spcAft>
                      <a:spcPts val="375"/>
                    </a:spcAft>
                    <a:buSzPct val="100000"/>
                    <a:buChar char="▪"/>
                  </a:pPr>
                  <a:r>
                    <a:rPr lang="en-US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Returns</a:t>
                  </a:r>
                  <a:endParaRPr lang="en-US" dirty="0"/>
                </a:p>
              </p:txBody>
            </p:sp>
          </p:grpSp>
        </p:grpSp>
        <p:sp>
          <p:nvSpPr>
            <p:cNvPr id="26" name="Text 24"/>
            <p:cNvSpPr/>
            <p:nvPr/>
          </p:nvSpPr>
          <p:spPr>
            <a:xfrm>
              <a:off x="429998" y="5629834"/>
              <a:ext cx="3391962" cy="21609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000" dirty="0">
                  <a:solidFill>
                    <a:srgbClr val="9AA1A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Superstore Sales Performance Analysis</a:t>
              </a:r>
              <a:endParaRPr lang="en-US" sz="1000" dirty="0"/>
            </a:p>
          </p:txBody>
        </p:sp>
      </p:grpSp>
      <p:sp>
        <p:nvSpPr>
          <p:cNvPr id="27" name="Text 25"/>
          <p:cNvSpPr/>
          <p:nvPr/>
        </p:nvSpPr>
        <p:spPr>
          <a:xfrm>
            <a:off x="10027920" y="5760720"/>
            <a:ext cx="27432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675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75" dirty="0"/>
          </a:p>
        </p:txBody>
      </p:sp>
      <p:grpSp>
        <p:nvGrpSpPr>
          <p:cNvPr id="100" name="Overview Group">
            <a:extLst>
              <a:ext uri="{FF2B5EF4-FFF2-40B4-BE49-F238E27FC236}">
                <a16:creationId xmlns:a16="http://schemas.microsoft.com/office/drawing/2014/main" id="{8BBA7DF2-953C-87AA-A27D-1A549627B1EA}"/>
              </a:ext>
            </a:extLst>
          </p:cNvPr>
          <p:cNvGrpSpPr>
            <a:grpSpLocks/>
          </p:cNvGrpSpPr>
          <p:nvPr/>
        </p:nvGrpSpPr>
        <p:grpSpPr>
          <a:xfrm>
            <a:off x="2980942" y="1334295"/>
            <a:ext cx="8927593" cy="5235205"/>
            <a:chOff x="2980942" y="1334295"/>
            <a:chExt cx="8927593" cy="5235205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E6AE7DC3-591A-6705-E3D2-76A7E8DE26A0}"/>
                </a:ext>
              </a:extLst>
            </p:cNvPr>
            <p:cNvGrpSpPr>
              <a:grpSpLocks/>
            </p:cNvGrpSpPr>
            <p:nvPr/>
          </p:nvGrpSpPr>
          <p:grpSpPr>
            <a:xfrm>
              <a:off x="2980944" y="1334295"/>
              <a:ext cx="8927591" cy="704184"/>
              <a:chOff x="3527678" y="1334295"/>
              <a:chExt cx="7848491" cy="704184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6D5AF493-9F91-5201-82AD-B33E72B56843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3527678" y="1388413"/>
                <a:ext cx="1858138" cy="650065"/>
                <a:chOff x="3771900" y="2503170"/>
                <a:chExt cx="1131570" cy="788670"/>
              </a:xfrm>
            </p:grpSpPr>
            <p:sp>
              <p:nvSpPr>
                <p:cNvPr id="11" name="Shape 9"/>
                <p:cNvSpPr>
                  <a:spLocks/>
                </p:cNvSpPr>
                <p:nvPr/>
              </p:nvSpPr>
              <p:spPr>
                <a:xfrm>
                  <a:off x="3771900" y="2503170"/>
                  <a:ext cx="1131570" cy="788670"/>
                </a:xfrm>
                <a:prstGeom prst="roundRect">
                  <a:avLst>
                    <a:gd name="adj" fmla="val 6957"/>
                  </a:avLst>
                </a:prstGeom>
                <a:solidFill>
                  <a:schemeClr val="accent6">
                    <a:lumMod val="50000"/>
                  </a:schemeClr>
                </a:solidFill>
                <a:ln w="12700">
                  <a:solidFill>
                    <a:srgbClr val="D7DEEF"/>
                  </a:solidFill>
                  <a:prstDash val="solid"/>
                </a:ln>
              </p:spPr>
            </p:sp>
            <p:sp>
              <p:nvSpPr>
                <p:cNvPr id="12" name="Text 10"/>
                <p:cNvSpPr>
                  <a:spLocks/>
                </p:cNvSpPr>
                <p:nvPr/>
              </p:nvSpPr>
              <p:spPr>
                <a:xfrm>
                  <a:off x="3771900" y="2558034"/>
                  <a:ext cx="1131570" cy="3429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algn="ctr"/>
                  <a:r>
                    <a:rPr lang="en-US" sz="1500" dirty="0">
                      <a:solidFill>
                        <a:schemeClr val="bg1"/>
                      </a:solidFill>
                    </a:rPr>
                    <a:t>↗</a:t>
                  </a:r>
                </a:p>
              </p:txBody>
            </p:sp>
            <p:sp>
              <p:nvSpPr>
                <p:cNvPr id="13" name="Text 11"/>
                <p:cNvSpPr>
                  <a:spLocks/>
                </p:cNvSpPr>
                <p:nvPr/>
              </p:nvSpPr>
              <p:spPr>
                <a:xfrm>
                  <a:off x="3771900" y="2900934"/>
                  <a:ext cx="113157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algn="ctr"/>
                  <a:r>
                    <a:rPr lang="en-US" sz="1400" b="1" dirty="0">
                      <a:solidFill>
                        <a:schemeClr val="bg1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Overview</a:t>
                  </a:r>
                  <a:endParaRPr lang="en-US" sz="1400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AE480521-B28F-81F2-9216-4A47C8EC2215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5694385" y="1334295"/>
                <a:ext cx="1858138" cy="704183"/>
                <a:chOff x="5040630" y="2503170"/>
                <a:chExt cx="1131570" cy="788670"/>
              </a:xfrm>
            </p:grpSpPr>
            <p:sp>
              <p:nvSpPr>
                <p:cNvPr id="14" name="Shape 12"/>
                <p:cNvSpPr>
                  <a:spLocks/>
                </p:cNvSpPr>
                <p:nvPr/>
              </p:nvSpPr>
              <p:spPr>
                <a:xfrm>
                  <a:off x="5040630" y="2503170"/>
                  <a:ext cx="1131570" cy="788670"/>
                </a:xfrm>
                <a:prstGeom prst="roundRect">
                  <a:avLst>
                    <a:gd name="adj" fmla="val 6957"/>
                  </a:avLst>
                </a:prstGeom>
                <a:solidFill>
                  <a:srgbClr val="FFFFFF"/>
                </a:solidFill>
                <a:ln w="12700">
                  <a:solidFill>
                    <a:srgbClr val="D7DEEF"/>
                  </a:solidFill>
                  <a:prstDash val="solid"/>
                </a:ln>
              </p:spPr>
            </p:sp>
            <p:sp>
              <p:nvSpPr>
                <p:cNvPr id="15" name="Text 13"/>
                <p:cNvSpPr>
                  <a:spLocks/>
                </p:cNvSpPr>
                <p:nvPr/>
              </p:nvSpPr>
              <p:spPr>
                <a:xfrm>
                  <a:off x="5040630" y="2558034"/>
                  <a:ext cx="1131570" cy="3429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algn="ctr"/>
                  <a:r>
                    <a:rPr lang="en-US" sz="1500" dirty="0">
                      <a:solidFill>
                        <a:srgbClr val="2FA84F"/>
                      </a:solidFill>
                    </a:rPr>
                    <a:t>▣</a:t>
                  </a:r>
                  <a:endParaRPr lang="en-US" sz="1500" dirty="0"/>
                </a:p>
              </p:txBody>
            </p:sp>
            <p:sp>
              <p:nvSpPr>
                <p:cNvPr id="16" name="Text 14"/>
                <p:cNvSpPr>
                  <a:spLocks/>
                </p:cNvSpPr>
                <p:nvPr/>
              </p:nvSpPr>
              <p:spPr>
                <a:xfrm>
                  <a:off x="5040630" y="2900934"/>
                  <a:ext cx="113157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algn="ctr"/>
                  <a:r>
                    <a:rPr lang="en-US" sz="1400" b="1" dirty="0">
                      <a:solidFill>
                        <a:srgbClr val="1D2C12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Product</a:t>
                  </a:r>
                  <a:endParaRPr lang="en-US" sz="1400" dirty="0">
                    <a:solidFill>
                      <a:srgbClr val="1D2C12"/>
                    </a:solidFill>
                  </a:endParaRPr>
                </a:p>
              </p:txBody>
            </p: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67CAD870-EA8A-79EB-60D3-AF6BBD3F669D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7861091" y="1334295"/>
                <a:ext cx="1582941" cy="704184"/>
                <a:chOff x="6309360" y="2503170"/>
                <a:chExt cx="1131570" cy="788670"/>
              </a:xfrm>
            </p:grpSpPr>
            <p:sp>
              <p:nvSpPr>
                <p:cNvPr id="17" name="Shape 15"/>
                <p:cNvSpPr>
                  <a:spLocks/>
                </p:cNvSpPr>
                <p:nvPr/>
              </p:nvSpPr>
              <p:spPr>
                <a:xfrm>
                  <a:off x="6309360" y="2503170"/>
                  <a:ext cx="1131570" cy="788670"/>
                </a:xfrm>
                <a:prstGeom prst="roundRect">
                  <a:avLst>
                    <a:gd name="adj" fmla="val 6957"/>
                  </a:avLst>
                </a:prstGeom>
                <a:solidFill>
                  <a:srgbClr val="FFFFFF"/>
                </a:solidFill>
                <a:ln w="12700">
                  <a:solidFill>
                    <a:srgbClr val="D7DEEF"/>
                  </a:solidFill>
                  <a:prstDash val="solid"/>
                </a:ln>
              </p:spPr>
            </p:sp>
            <p:sp>
              <p:nvSpPr>
                <p:cNvPr id="18" name="Text 16"/>
                <p:cNvSpPr>
                  <a:spLocks/>
                </p:cNvSpPr>
                <p:nvPr/>
              </p:nvSpPr>
              <p:spPr>
                <a:xfrm>
                  <a:off x="6309360" y="2558034"/>
                  <a:ext cx="1131570" cy="3429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algn="ctr"/>
                  <a:r>
                    <a:rPr lang="en-US" sz="1500" dirty="0">
                      <a:solidFill>
                        <a:srgbClr val="2FA84F"/>
                      </a:solidFill>
                    </a:rPr>
                    <a:t>◎</a:t>
                  </a:r>
                  <a:endParaRPr lang="en-US" sz="1500" dirty="0"/>
                </a:p>
              </p:txBody>
            </p:sp>
            <p:sp>
              <p:nvSpPr>
                <p:cNvPr id="19" name="Text 17"/>
                <p:cNvSpPr>
                  <a:spLocks/>
                </p:cNvSpPr>
                <p:nvPr/>
              </p:nvSpPr>
              <p:spPr>
                <a:xfrm>
                  <a:off x="6309360" y="2900934"/>
                  <a:ext cx="113157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algn="ctr"/>
                  <a:r>
                    <a:rPr lang="en-US" sz="1400" b="1" dirty="0">
                      <a:solidFill>
                        <a:srgbClr val="1D2C12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Customer</a:t>
                  </a:r>
                  <a:endParaRPr lang="en-US" sz="1400" dirty="0">
                    <a:solidFill>
                      <a:srgbClr val="1D2C12"/>
                    </a:solidFill>
                  </a:endParaRPr>
                </a:p>
              </p:txBody>
            </p:sp>
          </p:grp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F9BA50D9-F10D-CDAD-EEAA-C49121E844ED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9793228" y="1340616"/>
                <a:ext cx="1582941" cy="697863"/>
                <a:chOff x="7578090" y="2503170"/>
                <a:chExt cx="1131570" cy="788670"/>
              </a:xfrm>
            </p:grpSpPr>
            <p:sp>
              <p:nvSpPr>
                <p:cNvPr id="20" name="Shape 18"/>
                <p:cNvSpPr>
                  <a:spLocks/>
                </p:cNvSpPr>
                <p:nvPr/>
              </p:nvSpPr>
              <p:spPr>
                <a:xfrm>
                  <a:off x="7578090" y="2503170"/>
                  <a:ext cx="1131570" cy="788670"/>
                </a:xfrm>
                <a:prstGeom prst="roundRect">
                  <a:avLst>
                    <a:gd name="adj" fmla="val 6957"/>
                  </a:avLst>
                </a:prstGeom>
                <a:solidFill>
                  <a:srgbClr val="FFFFFF"/>
                </a:solidFill>
                <a:ln w="12700">
                  <a:solidFill>
                    <a:srgbClr val="D7DEEF"/>
                  </a:solidFill>
                  <a:prstDash val="solid"/>
                </a:ln>
              </p:spPr>
            </p:sp>
            <p:sp>
              <p:nvSpPr>
                <p:cNvPr id="21" name="Text 19"/>
                <p:cNvSpPr>
                  <a:spLocks/>
                </p:cNvSpPr>
                <p:nvPr/>
              </p:nvSpPr>
              <p:spPr>
                <a:xfrm>
                  <a:off x="7578090" y="2558034"/>
                  <a:ext cx="1131570" cy="3429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algn="ctr"/>
                  <a:r>
                    <a:rPr lang="en-US" sz="1500" dirty="0">
                      <a:solidFill>
                        <a:srgbClr val="2FA84F"/>
                      </a:solidFill>
                    </a:rPr>
                    <a:t>⚙</a:t>
                  </a:r>
                  <a:endParaRPr lang="en-US" sz="1500" dirty="0"/>
                </a:p>
              </p:txBody>
            </p:sp>
            <p:sp>
              <p:nvSpPr>
                <p:cNvPr id="22" name="Text 20"/>
                <p:cNvSpPr>
                  <a:spLocks/>
                </p:cNvSpPr>
                <p:nvPr/>
              </p:nvSpPr>
              <p:spPr>
                <a:xfrm>
                  <a:off x="7578090" y="2900934"/>
                  <a:ext cx="113157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algn="ctr"/>
                  <a:r>
                    <a:rPr lang="en-US" sz="1400" b="1" dirty="0">
                      <a:solidFill>
                        <a:srgbClr val="1D2C12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Operations</a:t>
                  </a:r>
                  <a:endParaRPr lang="en-US" sz="1400" dirty="0">
                    <a:solidFill>
                      <a:srgbClr val="1D2C12"/>
                    </a:solidFill>
                  </a:endParaRPr>
                </a:p>
              </p:txBody>
            </p:sp>
          </p:grpSp>
        </p:grpSp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C020E23F-8DC7-4022-6B4F-CB2BD242D8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80942" y="2366965"/>
              <a:ext cx="8927593" cy="4202535"/>
            </a:xfrm>
            <a:prstGeom prst="rect">
              <a:avLst/>
            </a:prstGeom>
          </p:spPr>
        </p:pic>
      </p:grpSp>
      <p:grpSp>
        <p:nvGrpSpPr>
          <p:cNvPr id="125" name="Product Group">
            <a:extLst>
              <a:ext uri="{FF2B5EF4-FFF2-40B4-BE49-F238E27FC236}">
                <a16:creationId xmlns:a16="http://schemas.microsoft.com/office/drawing/2014/main" id="{1CE17E67-C926-28DA-A0A6-5448D646A6F0}"/>
              </a:ext>
            </a:extLst>
          </p:cNvPr>
          <p:cNvGrpSpPr/>
          <p:nvPr/>
        </p:nvGrpSpPr>
        <p:grpSpPr>
          <a:xfrm>
            <a:off x="2980942" y="1334294"/>
            <a:ext cx="8927593" cy="5235205"/>
            <a:chOff x="2980942" y="1334294"/>
            <a:chExt cx="8927593" cy="5235205"/>
          </a:xfrm>
        </p:grpSpPr>
        <p:pic>
          <p:nvPicPr>
            <p:cNvPr id="107" name="Picture 106">
              <a:extLst>
                <a:ext uri="{FF2B5EF4-FFF2-40B4-BE49-F238E27FC236}">
                  <a16:creationId xmlns:a16="http://schemas.microsoft.com/office/drawing/2014/main" id="{259FBD67-4D07-E4CD-EBF8-573A6AF646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80942" y="2390654"/>
              <a:ext cx="8927593" cy="4178845"/>
            </a:xfrm>
            <a:prstGeom prst="rect">
              <a:avLst/>
            </a:prstGeom>
          </p:spPr>
        </p:pic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15AB4119-0611-BBD0-9162-7AD9A2755171}"/>
                </a:ext>
              </a:extLst>
            </p:cNvPr>
            <p:cNvGrpSpPr/>
            <p:nvPr/>
          </p:nvGrpSpPr>
          <p:grpSpPr>
            <a:xfrm>
              <a:off x="2980944" y="1334294"/>
              <a:ext cx="8927591" cy="704184"/>
              <a:chOff x="3527678" y="1334295"/>
              <a:chExt cx="7848491" cy="704184"/>
            </a:xfrm>
          </p:grpSpPr>
          <p:grpSp>
            <p:nvGrpSpPr>
              <p:cNvPr id="109" name="Group 108">
                <a:extLst>
                  <a:ext uri="{FF2B5EF4-FFF2-40B4-BE49-F238E27FC236}">
                    <a16:creationId xmlns:a16="http://schemas.microsoft.com/office/drawing/2014/main" id="{903ED9D2-C9BF-8816-B65D-6CE500CFA80B}"/>
                  </a:ext>
                </a:extLst>
              </p:cNvPr>
              <p:cNvGrpSpPr/>
              <p:nvPr/>
            </p:nvGrpSpPr>
            <p:grpSpPr>
              <a:xfrm>
                <a:off x="3527678" y="1388413"/>
                <a:ext cx="1858138" cy="650065"/>
                <a:chOff x="3771900" y="2503170"/>
                <a:chExt cx="1131570" cy="788670"/>
              </a:xfrm>
            </p:grpSpPr>
            <p:sp>
              <p:nvSpPr>
                <p:cNvPr id="122" name="Shape 9">
                  <a:extLst>
                    <a:ext uri="{FF2B5EF4-FFF2-40B4-BE49-F238E27FC236}">
                      <a16:creationId xmlns:a16="http://schemas.microsoft.com/office/drawing/2014/main" id="{B590BB94-A390-37E4-4C09-5CE1F4E9FDB9}"/>
                    </a:ext>
                  </a:extLst>
                </p:cNvPr>
                <p:cNvSpPr/>
                <p:nvPr/>
              </p:nvSpPr>
              <p:spPr>
                <a:xfrm>
                  <a:off x="3771900" y="2503170"/>
                  <a:ext cx="1131570" cy="788670"/>
                </a:xfrm>
                <a:prstGeom prst="roundRect">
                  <a:avLst>
                    <a:gd name="adj" fmla="val 6957"/>
                  </a:avLst>
                </a:prstGeom>
                <a:solidFill>
                  <a:schemeClr val="bg1"/>
                </a:solidFill>
                <a:ln w="12700">
                  <a:solidFill>
                    <a:srgbClr val="D7DEEF"/>
                  </a:solidFill>
                  <a:prstDash val="solid"/>
                </a:ln>
              </p:spPr>
            </p:sp>
            <p:sp>
              <p:nvSpPr>
                <p:cNvPr id="123" name="Text 10">
                  <a:extLst>
                    <a:ext uri="{FF2B5EF4-FFF2-40B4-BE49-F238E27FC236}">
                      <a16:creationId xmlns:a16="http://schemas.microsoft.com/office/drawing/2014/main" id="{E14953A6-3546-1A95-509E-E7CB82033B46}"/>
                    </a:ext>
                  </a:extLst>
                </p:cNvPr>
                <p:cNvSpPr/>
                <p:nvPr/>
              </p:nvSpPr>
              <p:spPr>
                <a:xfrm>
                  <a:off x="3771900" y="2558034"/>
                  <a:ext cx="1131570" cy="3429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algn="ctr"/>
                  <a:r>
                    <a:rPr lang="en-US" sz="1500" dirty="0"/>
                    <a:t>↗</a:t>
                  </a:r>
                </a:p>
              </p:txBody>
            </p:sp>
            <p:sp>
              <p:nvSpPr>
                <p:cNvPr id="124" name="Text 11">
                  <a:extLst>
                    <a:ext uri="{FF2B5EF4-FFF2-40B4-BE49-F238E27FC236}">
                      <a16:creationId xmlns:a16="http://schemas.microsoft.com/office/drawing/2014/main" id="{496303E3-88A9-AE62-EBBB-1AB2092593AE}"/>
                    </a:ext>
                  </a:extLst>
                </p:cNvPr>
                <p:cNvSpPr/>
                <p:nvPr/>
              </p:nvSpPr>
              <p:spPr>
                <a:xfrm>
                  <a:off x="3771900" y="2900934"/>
                  <a:ext cx="113157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algn="ctr"/>
                  <a:r>
                    <a:rPr lang="en-US" sz="1400" b="1" dirty="0"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Overview</a:t>
                  </a:r>
                  <a:endParaRPr lang="en-US" sz="1400" dirty="0"/>
                </a:p>
              </p:txBody>
            </p:sp>
          </p:grpSp>
          <p:grpSp>
            <p:nvGrpSpPr>
              <p:cNvPr id="110" name="Group 109">
                <a:extLst>
                  <a:ext uri="{FF2B5EF4-FFF2-40B4-BE49-F238E27FC236}">
                    <a16:creationId xmlns:a16="http://schemas.microsoft.com/office/drawing/2014/main" id="{32CA5F13-0D2B-6D17-AEA2-A0D0223A80E0}"/>
                  </a:ext>
                </a:extLst>
              </p:cNvPr>
              <p:cNvGrpSpPr/>
              <p:nvPr/>
            </p:nvGrpSpPr>
            <p:grpSpPr>
              <a:xfrm>
                <a:off x="5694385" y="1334295"/>
                <a:ext cx="1858138" cy="704183"/>
                <a:chOff x="5040630" y="2503170"/>
                <a:chExt cx="1131570" cy="788670"/>
              </a:xfrm>
            </p:grpSpPr>
            <p:sp>
              <p:nvSpPr>
                <p:cNvPr id="119" name="Shape 12">
                  <a:extLst>
                    <a:ext uri="{FF2B5EF4-FFF2-40B4-BE49-F238E27FC236}">
                      <a16:creationId xmlns:a16="http://schemas.microsoft.com/office/drawing/2014/main" id="{22173954-09F7-AFF3-6892-BE0899CFF15D}"/>
                    </a:ext>
                  </a:extLst>
                </p:cNvPr>
                <p:cNvSpPr/>
                <p:nvPr/>
              </p:nvSpPr>
              <p:spPr>
                <a:xfrm>
                  <a:off x="5040630" y="2503170"/>
                  <a:ext cx="1131570" cy="788670"/>
                </a:xfrm>
                <a:prstGeom prst="roundRect">
                  <a:avLst>
                    <a:gd name="adj" fmla="val 6957"/>
                  </a:avLst>
                </a:prstGeom>
                <a:solidFill>
                  <a:schemeClr val="accent6">
                    <a:lumMod val="50000"/>
                  </a:schemeClr>
                </a:solidFill>
                <a:ln w="12700">
                  <a:solidFill>
                    <a:srgbClr val="D7DEEF"/>
                  </a:solidFill>
                  <a:prstDash val="solid"/>
                </a:ln>
              </p:spPr>
            </p:sp>
            <p:sp>
              <p:nvSpPr>
                <p:cNvPr id="120" name="Text 13">
                  <a:extLst>
                    <a:ext uri="{FF2B5EF4-FFF2-40B4-BE49-F238E27FC236}">
                      <a16:creationId xmlns:a16="http://schemas.microsoft.com/office/drawing/2014/main" id="{2977211B-8252-1F0C-AC6B-A10D36EBA5D3}"/>
                    </a:ext>
                  </a:extLst>
                </p:cNvPr>
                <p:cNvSpPr/>
                <p:nvPr/>
              </p:nvSpPr>
              <p:spPr>
                <a:xfrm>
                  <a:off x="5040630" y="2558034"/>
                  <a:ext cx="1131570" cy="3429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algn="ctr"/>
                  <a:r>
                    <a:rPr lang="en-US" sz="1500" dirty="0">
                      <a:solidFill>
                        <a:schemeClr val="bg1"/>
                      </a:solidFill>
                    </a:rPr>
                    <a:t>▣</a:t>
                  </a:r>
                </a:p>
              </p:txBody>
            </p:sp>
            <p:sp>
              <p:nvSpPr>
                <p:cNvPr id="121" name="Text 14">
                  <a:extLst>
                    <a:ext uri="{FF2B5EF4-FFF2-40B4-BE49-F238E27FC236}">
                      <a16:creationId xmlns:a16="http://schemas.microsoft.com/office/drawing/2014/main" id="{3A227EF3-6042-8409-D296-6E5E95A24871}"/>
                    </a:ext>
                  </a:extLst>
                </p:cNvPr>
                <p:cNvSpPr/>
                <p:nvPr/>
              </p:nvSpPr>
              <p:spPr>
                <a:xfrm>
                  <a:off x="5040630" y="2900934"/>
                  <a:ext cx="113157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algn="ctr"/>
                  <a:r>
                    <a:rPr lang="en-US" sz="1400" b="1" dirty="0">
                      <a:solidFill>
                        <a:schemeClr val="bg1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Product</a:t>
                  </a:r>
                  <a:endParaRPr lang="en-US" sz="1400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3E53B812-B2BB-D7B8-2DAB-DEFEC7C9ABE5}"/>
                  </a:ext>
                </a:extLst>
              </p:cNvPr>
              <p:cNvGrpSpPr/>
              <p:nvPr/>
            </p:nvGrpSpPr>
            <p:grpSpPr>
              <a:xfrm>
                <a:off x="7861091" y="1334295"/>
                <a:ext cx="1582941" cy="704184"/>
                <a:chOff x="6309360" y="2503170"/>
                <a:chExt cx="1131570" cy="788670"/>
              </a:xfrm>
            </p:grpSpPr>
            <p:sp>
              <p:nvSpPr>
                <p:cNvPr id="116" name="Shape 15">
                  <a:extLst>
                    <a:ext uri="{FF2B5EF4-FFF2-40B4-BE49-F238E27FC236}">
                      <a16:creationId xmlns:a16="http://schemas.microsoft.com/office/drawing/2014/main" id="{6CD75E1F-7D2E-4928-BF3F-41142F9385EE}"/>
                    </a:ext>
                  </a:extLst>
                </p:cNvPr>
                <p:cNvSpPr/>
                <p:nvPr/>
              </p:nvSpPr>
              <p:spPr>
                <a:xfrm>
                  <a:off x="6309360" y="2503170"/>
                  <a:ext cx="1131570" cy="788670"/>
                </a:xfrm>
                <a:prstGeom prst="roundRect">
                  <a:avLst>
                    <a:gd name="adj" fmla="val 6957"/>
                  </a:avLst>
                </a:prstGeom>
                <a:solidFill>
                  <a:srgbClr val="FFFFFF"/>
                </a:solidFill>
                <a:ln w="12700">
                  <a:solidFill>
                    <a:srgbClr val="D7DEEF"/>
                  </a:solidFill>
                  <a:prstDash val="solid"/>
                </a:ln>
              </p:spPr>
            </p:sp>
            <p:sp>
              <p:nvSpPr>
                <p:cNvPr id="117" name="Text 16">
                  <a:extLst>
                    <a:ext uri="{FF2B5EF4-FFF2-40B4-BE49-F238E27FC236}">
                      <a16:creationId xmlns:a16="http://schemas.microsoft.com/office/drawing/2014/main" id="{151C99E0-E997-4F71-A193-D6932A35D03A}"/>
                    </a:ext>
                  </a:extLst>
                </p:cNvPr>
                <p:cNvSpPr/>
                <p:nvPr/>
              </p:nvSpPr>
              <p:spPr>
                <a:xfrm>
                  <a:off x="6309360" y="2558034"/>
                  <a:ext cx="1131570" cy="3429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algn="ctr"/>
                  <a:r>
                    <a:rPr lang="en-US" sz="1500" dirty="0">
                      <a:solidFill>
                        <a:srgbClr val="2FA84F"/>
                      </a:solidFill>
                    </a:rPr>
                    <a:t>◎</a:t>
                  </a:r>
                  <a:endParaRPr lang="en-US" sz="1500" dirty="0"/>
                </a:p>
              </p:txBody>
            </p:sp>
            <p:sp>
              <p:nvSpPr>
                <p:cNvPr id="118" name="Text 17">
                  <a:extLst>
                    <a:ext uri="{FF2B5EF4-FFF2-40B4-BE49-F238E27FC236}">
                      <a16:creationId xmlns:a16="http://schemas.microsoft.com/office/drawing/2014/main" id="{EECB8C90-EC4E-6B14-6772-2840927C1493}"/>
                    </a:ext>
                  </a:extLst>
                </p:cNvPr>
                <p:cNvSpPr/>
                <p:nvPr/>
              </p:nvSpPr>
              <p:spPr>
                <a:xfrm>
                  <a:off x="6309360" y="2900934"/>
                  <a:ext cx="113157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algn="ctr"/>
                  <a:r>
                    <a:rPr lang="en-US" sz="1400" b="1" dirty="0">
                      <a:solidFill>
                        <a:srgbClr val="1D2C12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Customer</a:t>
                  </a:r>
                  <a:endParaRPr lang="en-US" sz="1400" dirty="0">
                    <a:solidFill>
                      <a:srgbClr val="1D2C12"/>
                    </a:solidFill>
                  </a:endParaRPr>
                </a:p>
              </p:txBody>
            </p:sp>
          </p:grpSp>
          <p:grpSp>
            <p:nvGrpSpPr>
              <p:cNvPr id="112" name="Group 111">
                <a:extLst>
                  <a:ext uri="{FF2B5EF4-FFF2-40B4-BE49-F238E27FC236}">
                    <a16:creationId xmlns:a16="http://schemas.microsoft.com/office/drawing/2014/main" id="{D48A26E3-A07A-1BE7-00F3-FC34345082B2}"/>
                  </a:ext>
                </a:extLst>
              </p:cNvPr>
              <p:cNvGrpSpPr/>
              <p:nvPr/>
            </p:nvGrpSpPr>
            <p:grpSpPr>
              <a:xfrm>
                <a:off x="9793228" y="1340616"/>
                <a:ext cx="1582941" cy="697863"/>
                <a:chOff x="7578090" y="2503170"/>
                <a:chExt cx="1131570" cy="788670"/>
              </a:xfrm>
            </p:grpSpPr>
            <p:sp>
              <p:nvSpPr>
                <p:cNvPr id="113" name="Shape 18">
                  <a:extLst>
                    <a:ext uri="{FF2B5EF4-FFF2-40B4-BE49-F238E27FC236}">
                      <a16:creationId xmlns:a16="http://schemas.microsoft.com/office/drawing/2014/main" id="{D244CCBA-3EF9-5FB5-F4B4-DCC9ED551E57}"/>
                    </a:ext>
                  </a:extLst>
                </p:cNvPr>
                <p:cNvSpPr/>
                <p:nvPr/>
              </p:nvSpPr>
              <p:spPr>
                <a:xfrm>
                  <a:off x="7578090" y="2503170"/>
                  <a:ext cx="1131570" cy="788670"/>
                </a:xfrm>
                <a:prstGeom prst="roundRect">
                  <a:avLst>
                    <a:gd name="adj" fmla="val 6957"/>
                  </a:avLst>
                </a:prstGeom>
                <a:solidFill>
                  <a:srgbClr val="FFFFFF"/>
                </a:solidFill>
                <a:ln w="12700">
                  <a:solidFill>
                    <a:srgbClr val="D7DEEF"/>
                  </a:solidFill>
                  <a:prstDash val="solid"/>
                </a:ln>
              </p:spPr>
            </p:sp>
            <p:sp>
              <p:nvSpPr>
                <p:cNvPr id="114" name="Text 19">
                  <a:extLst>
                    <a:ext uri="{FF2B5EF4-FFF2-40B4-BE49-F238E27FC236}">
                      <a16:creationId xmlns:a16="http://schemas.microsoft.com/office/drawing/2014/main" id="{9471F1A9-D429-6B48-C906-4EE081545267}"/>
                    </a:ext>
                  </a:extLst>
                </p:cNvPr>
                <p:cNvSpPr/>
                <p:nvPr/>
              </p:nvSpPr>
              <p:spPr>
                <a:xfrm>
                  <a:off x="7578090" y="2558034"/>
                  <a:ext cx="1131570" cy="3429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algn="ctr"/>
                  <a:r>
                    <a:rPr lang="en-US" sz="1500" dirty="0">
                      <a:solidFill>
                        <a:srgbClr val="2FA84F"/>
                      </a:solidFill>
                    </a:rPr>
                    <a:t>⚙</a:t>
                  </a:r>
                  <a:endParaRPr lang="en-US" sz="1500" dirty="0"/>
                </a:p>
              </p:txBody>
            </p:sp>
            <p:sp>
              <p:nvSpPr>
                <p:cNvPr id="115" name="Text 20">
                  <a:extLst>
                    <a:ext uri="{FF2B5EF4-FFF2-40B4-BE49-F238E27FC236}">
                      <a16:creationId xmlns:a16="http://schemas.microsoft.com/office/drawing/2014/main" id="{297E7D2D-119C-20B5-9DEB-45FC0AE58F31}"/>
                    </a:ext>
                  </a:extLst>
                </p:cNvPr>
                <p:cNvSpPr/>
                <p:nvPr/>
              </p:nvSpPr>
              <p:spPr>
                <a:xfrm>
                  <a:off x="7578090" y="2900934"/>
                  <a:ext cx="113157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algn="ctr"/>
                  <a:r>
                    <a:rPr lang="en-US" sz="1400" b="1" dirty="0">
                      <a:solidFill>
                        <a:srgbClr val="1D2C12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Operations</a:t>
                  </a:r>
                  <a:endParaRPr lang="en-US" sz="1400" dirty="0">
                    <a:solidFill>
                      <a:srgbClr val="1D2C12"/>
                    </a:solidFill>
                  </a:endParaRPr>
                </a:p>
              </p:txBody>
            </p:sp>
          </p:grpSp>
        </p:grpSp>
      </p:grpSp>
      <p:grpSp>
        <p:nvGrpSpPr>
          <p:cNvPr id="169" name="Customer Group">
            <a:extLst>
              <a:ext uri="{FF2B5EF4-FFF2-40B4-BE49-F238E27FC236}">
                <a16:creationId xmlns:a16="http://schemas.microsoft.com/office/drawing/2014/main" id="{0DB29EC3-8BA5-A3F0-E491-246D07DF8284}"/>
              </a:ext>
            </a:extLst>
          </p:cNvPr>
          <p:cNvGrpSpPr/>
          <p:nvPr/>
        </p:nvGrpSpPr>
        <p:grpSpPr>
          <a:xfrm>
            <a:off x="2980941" y="1325767"/>
            <a:ext cx="8927594" cy="5233577"/>
            <a:chOff x="2980941" y="1325767"/>
            <a:chExt cx="8927594" cy="5233577"/>
          </a:xfrm>
        </p:grpSpPr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0F02466A-251A-828E-7262-493BD0928032}"/>
                </a:ext>
              </a:extLst>
            </p:cNvPr>
            <p:cNvGrpSpPr>
              <a:grpSpLocks/>
            </p:cNvGrpSpPr>
            <p:nvPr/>
          </p:nvGrpSpPr>
          <p:grpSpPr>
            <a:xfrm>
              <a:off x="2980942" y="1325767"/>
              <a:ext cx="8927591" cy="704184"/>
              <a:chOff x="3527678" y="1334295"/>
              <a:chExt cx="7848491" cy="704184"/>
            </a:xfrm>
          </p:grpSpPr>
          <p:grpSp>
            <p:nvGrpSpPr>
              <p:cNvPr id="149" name="Group 148">
                <a:extLst>
                  <a:ext uri="{FF2B5EF4-FFF2-40B4-BE49-F238E27FC236}">
                    <a16:creationId xmlns:a16="http://schemas.microsoft.com/office/drawing/2014/main" id="{5B09EA3A-F3FD-49E5-08CD-6C3706B82568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3527678" y="1388413"/>
                <a:ext cx="1858138" cy="650065"/>
                <a:chOff x="3771900" y="2503170"/>
                <a:chExt cx="1131570" cy="788670"/>
              </a:xfrm>
            </p:grpSpPr>
            <p:sp>
              <p:nvSpPr>
                <p:cNvPr id="162" name="Shape 9">
                  <a:extLst>
                    <a:ext uri="{FF2B5EF4-FFF2-40B4-BE49-F238E27FC236}">
                      <a16:creationId xmlns:a16="http://schemas.microsoft.com/office/drawing/2014/main" id="{6F93E23E-5E48-3155-5206-06F0C282516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771900" y="2503170"/>
                  <a:ext cx="1131570" cy="788670"/>
                </a:xfrm>
                <a:prstGeom prst="roundRect">
                  <a:avLst>
                    <a:gd name="adj" fmla="val 6957"/>
                  </a:avLst>
                </a:prstGeom>
                <a:solidFill>
                  <a:schemeClr val="bg1"/>
                </a:solidFill>
                <a:ln w="12700">
                  <a:solidFill>
                    <a:srgbClr val="D7DEEF"/>
                  </a:solidFill>
                  <a:prstDash val="solid"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63" name="Text 10">
                  <a:extLst>
                    <a:ext uri="{FF2B5EF4-FFF2-40B4-BE49-F238E27FC236}">
                      <a16:creationId xmlns:a16="http://schemas.microsoft.com/office/drawing/2014/main" id="{2C8CF891-7602-6835-F9F6-162FFBE85E9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771900" y="2558034"/>
                  <a:ext cx="1131570" cy="3429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algn="ctr"/>
                  <a:r>
                    <a:rPr lang="en-US" sz="1500" dirty="0"/>
                    <a:t>↗</a:t>
                  </a:r>
                </a:p>
              </p:txBody>
            </p:sp>
            <p:sp>
              <p:nvSpPr>
                <p:cNvPr id="164" name="Text 11">
                  <a:extLst>
                    <a:ext uri="{FF2B5EF4-FFF2-40B4-BE49-F238E27FC236}">
                      <a16:creationId xmlns:a16="http://schemas.microsoft.com/office/drawing/2014/main" id="{1DF63673-172D-64C0-2E0E-96544BF11C7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771900" y="2900934"/>
                  <a:ext cx="113157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algn="ctr"/>
                  <a:r>
                    <a:rPr lang="en-US" sz="1400" b="1" dirty="0"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Overview</a:t>
                  </a:r>
                  <a:endParaRPr lang="en-US" sz="1400" dirty="0"/>
                </a:p>
              </p:txBody>
            </p:sp>
          </p:grpSp>
          <p:grpSp>
            <p:nvGrpSpPr>
              <p:cNvPr id="150" name="Group 149">
                <a:extLst>
                  <a:ext uri="{FF2B5EF4-FFF2-40B4-BE49-F238E27FC236}">
                    <a16:creationId xmlns:a16="http://schemas.microsoft.com/office/drawing/2014/main" id="{5154D0D6-C2A7-6914-F7A9-7112942AF1CD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5694385" y="1334295"/>
                <a:ext cx="1858138" cy="704183"/>
                <a:chOff x="5040630" y="2503170"/>
                <a:chExt cx="1131570" cy="788670"/>
              </a:xfrm>
            </p:grpSpPr>
            <p:sp>
              <p:nvSpPr>
                <p:cNvPr id="159" name="Shape 12">
                  <a:extLst>
                    <a:ext uri="{FF2B5EF4-FFF2-40B4-BE49-F238E27FC236}">
                      <a16:creationId xmlns:a16="http://schemas.microsoft.com/office/drawing/2014/main" id="{8662BDC7-7186-6E8C-F347-2C441CDCA47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040630" y="2503170"/>
                  <a:ext cx="1131570" cy="788670"/>
                </a:xfrm>
                <a:prstGeom prst="roundRect">
                  <a:avLst>
                    <a:gd name="adj" fmla="val 6957"/>
                  </a:avLst>
                </a:prstGeom>
                <a:solidFill>
                  <a:srgbClr val="FFFFFF"/>
                </a:solidFill>
                <a:ln w="12700">
                  <a:solidFill>
                    <a:srgbClr val="D7DEEF"/>
                  </a:solidFill>
                  <a:prstDash val="solid"/>
                </a:ln>
              </p:spPr>
            </p:sp>
            <p:sp>
              <p:nvSpPr>
                <p:cNvPr id="160" name="Text 13">
                  <a:extLst>
                    <a:ext uri="{FF2B5EF4-FFF2-40B4-BE49-F238E27FC236}">
                      <a16:creationId xmlns:a16="http://schemas.microsoft.com/office/drawing/2014/main" id="{7D0C4AE1-2901-6D1B-64CC-ABC35C7C4C2A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040630" y="2558034"/>
                  <a:ext cx="1131570" cy="3429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algn="ctr"/>
                  <a:r>
                    <a:rPr lang="en-US" sz="1500" dirty="0">
                      <a:solidFill>
                        <a:srgbClr val="2FA84F"/>
                      </a:solidFill>
                    </a:rPr>
                    <a:t>▣</a:t>
                  </a:r>
                  <a:endParaRPr lang="en-US" sz="1500" dirty="0"/>
                </a:p>
              </p:txBody>
            </p:sp>
            <p:sp>
              <p:nvSpPr>
                <p:cNvPr id="161" name="Text 14">
                  <a:extLst>
                    <a:ext uri="{FF2B5EF4-FFF2-40B4-BE49-F238E27FC236}">
                      <a16:creationId xmlns:a16="http://schemas.microsoft.com/office/drawing/2014/main" id="{74086C30-5AF9-226E-9939-2A7BD568377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040630" y="2900934"/>
                  <a:ext cx="113157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algn="ctr"/>
                  <a:r>
                    <a:rPr lang="en-US" sz="1400" b="1" dirty="0">
                      <a:solidFill>
                        <a:srgbClr val="1D2C12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Product</a:t>
                  </a:r>
                  <a:endParaRPr lang="en-US" sz="1400" dirty="0">
                    <a:solidFill>
                      <a:srgbClr val="1D2C12"/>
                    </a:solidFill>
                  </a:endParaRPr>
                </a:p>
              </p:txBody>
            </p:sp>
          </p:grpSp>
          <p:grpSp>
            <p:nvGrpSpPr>
              <p:cNvPr id="151" name="Group 150">
                <a:extLst>
                  <a:ext uri="{FF2B5EF4-FFF2-40B4-BE49-F238E27FC236}">
                    <a16:creationId xmlns:a16="http://schemas.microsoft.com/office/drawing/2014/main" id="{5C009E5E-ABB0-12A7-0D1B-14E8321EF321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7861091" y="1334295"/>
                <a:ext cx="1582941" cy="704184"/>
                <a:chOff x="6309360" y="2503170"/>
                <a:chExt cx="1131570" cy="788670"/>
              </a:xfrm>
            </p:grpSpPr>
            <p:sp>
              <p:nvSpPr>
                <p:cNvPr id="156" name="Shape 15">
                  <a:extLst>
                    <a:ext uri="{FF2B5EF4-FFF2-40B4-BE49-F238E27FC236}">
                      <a16:creationId xmlns:a16="http://schemas.microsoft.com/office/drawing/2014/main" id="{38D3F8E0-59B2-8E4B-9800-EE50AC9167E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6309360" y="2503170"/>
                  <a:ext cx="1131570" cy="788670"/>
                </a:xfrm>
                <a:prstGeom prst="roundRect">
                  <a:avLst>
                    <a:gd name="adj" fmla="val 6957"/>
                  </a:avLst>
                </a:prstGeom>
                <a:solidFill>
                  <a:schemeClr val="accent6">
                    <a:lumMod val="50000"/>
                  </a:schemeClr>
                </a:solidFill>
                <a:ln w="12700">
                  <a:solidFill>
                    <a:srgbClr val="D7DEEF"/>
                  </a:solidFill>
                  <a:prstDash val="solid"/>
                </a:ln>
              </p:spPr>
            </p:sp>
            <p:sp>
              <p:nvSpPr>
                <p:cNvPr id="157" name="Text 16">
                  <a:extLst>
                    <a:ext uri="{FF2B5EF4-FFF2-40B4-BE49-F238E27FC236}">
                      <a16:creationId xmlns:a16="http://schemas.microsoft.com/office/drawing/2014/main" id="{AB92DF9A-27C7-F0D7-0644-09B40CEEC9F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6309360" y="2558034"/>
                  <a:ext cx="1131570" cy="3429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algn="ctr"/>
                  <a:r>
                    <a:rPr lang="en-US" sz="1500" dirty="0">
                      <a:solidFill>
                        <a:schemeClr val="bg1"/>
                      </a:solidFill>
                    </a:rPr>
                    <a:t>◎</a:t>
                  </a:r>
                </a:p>
              </p:txBody>
            </p:sp>
            <p:sp>
              <p:nvSpPr>
                <p:cNvPr id="158" name="Text 17">
                  <a:extLst>
                    <a:ext uri="{FF2B5EF4-FFF2-40B4-BE49-F238E27FC236}">
                      <a16:creationId xmlns:a16="http://schemas.microsoft.com/office/drawing/2014/main" id="{670D255E-63C9-BD56-22E0-A2E0DB7F7FF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6309360" y="2900934"/>
                  <a:ext cx="113157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algn="ctr"/>
                  <a:r>
                    <a:rPr lang="en-US" sz="1400" b="1" dirty="0">
                      <a:solidFill>
                        <a:schemeClr val="bg1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Customer</a:t>
                  </a:r>
                  <a:endParaRPr lang="en-US" sz="1400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52" name="Group 151">
                <a:extLst>
                  <a:ext uri="{FF2B5EF4-FFF2-40B4-BE49-F238E27FC236}">
                    <a16:creationId xmlns:a16="http://schemas.microsoft.com/office/drawing/2014/main" id="{FD7F92CA-3D0C-589E-2368-CD73D534DFB6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9793228" y="1340616"/>
                <a:ext cx="1582941" cy="697863"/>
                <a:chOff x="7578090" y="2503170"/>
                <a:chExt cx="1131570" cy="788670"/>
              </a:xfrm>
            </p:grpSpPr>
            <p:sp>
              <p:nvSpPr>
                <p:cNvPr id="153" name="Shape 18">
                  <a:extLst>
                    <a:ext uri="{FF2B5EF4-FFF2-40B4-BE49-F238E27FC236}">
                      <a16:creationId xmlns:a16="http://schemas.microsoft.com/office/drawing/2014/main" id="{C0BBEAFA-E23A-8615-28E8-BA099C86CA0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578090" y="2503170"/>
                  <a:ext cx="1131570" cy="788670"/>
                </a:xfrm>
                <a:prstGeom prst="roundRect">
                  <a:avLst>
                    <a:gd name="adj" fmla="val 6957"/>
                  </a:avLst>
                </a:prstGeom>
                <a:solidFill>
                  <a:srgbClr val="FFFFFF"/>
                </a:solidFill>
                <a:ln w="12700">
                  <a:solidFill>
                    <a:srgbClr val="D7DEEF"/>
                  </a:solidFill>
                  <a:prstDash val="solid"/>
                </a:ln>
              </p:spPr>
            </p:sp>
            <p:sp>
              <p:nvSpPr>
                <p:cNvPr id="154" name="Text 19">
                  <a:extLst>
                    <a:ext uri="{FF2B5EF4-FFF2-40B4-BE49-F238E27FC236}">
                      <a16:creationId xmlns:a16="http://schemas.microsoft.com/office/drawing/2014/main" id="{A4C879F0-8EE7-C846-3C0D-737964A305B0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578090" y="2558034"/>
                  <a:ext cx="1131570" cy="3429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algn="ctr"/>
                  <a:r>
                    <a:rPr lang="en-US" sz="1500" dirty="0">
                      <a:solidFill>
                        <a:srgbClr val="2FA84F"/>
                      </a:solidFill>
                    </a:rPr>
                    <a:t>⚙</a:t>
                  </a:r>
                  <a:endParaRPr lang="en-US" sz="1500" dirty="0"/>
                </a:p>
              </p:txBody>
            </p:sp>
            <p:sp>
              <p:nvSpPr>
                <p:cNvPr id="155" name="Text 20">
                  <a:extLst>
                    <a:ext uri="{FF2B5EF4-FFF2-40B4-BE49-F238E27FC236}">
                      <a16:creationId xmlns:a16="http://schemas.microsoft.com/office/drawing/2014/main" id="{19CD5760-6C2A-F960-9B54-ED66395FF294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578090" y="2900934"/>
                  <a:ext cx="113157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algn="ctr"/>
                  <a:r>
                    <a:rPr lang="en-US" sz="1400" b="1" dirty="0">
                      <a:solidFill>
                        <a:srgbClr val="1D2C12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Operations</a:t>
                  </a:r>
                  <a:endParaRPr lang="en-US" sz="1400" dirty="0">
                    <a:solidFill>
                      <a:srgbClr val="1D2C12"/>
                    </a:solidFill>
                  </a:endParaRPr>
                </a:p>
              </p:txBody>
            </p:sp>
          </p:grpSp>
        </p:grpSp>
        <p:pic>
          <p:nvPicPr>
            <p:cNvPr id="168" name="Picture 167">
              <a:extLst>
                <a:ext uri="{FF2B5EF4-FFF2-40B4-BE49-F238E27FC236}">
                  <a16:creationId xmlns:a16="http://schemas.microsoft.com/office/drawing/2014/main" id="{565F4CE4-17DD-208F-767C-33B197B5BE9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980941" y="2358836"/>
              <a:ext cx="8927594" cy="4200508"/>
            </a:xfrm>
            <a:prstGeom prst="rect">
              <a:avLst/>
            </a:prstGeom>
          </p:spPr>
        </p:pic>
      </p:grpSp>
      <p:grpSp>
        <p:nvGrpSpPr>
          <p:cNvPr id="193" name="Operations Group">
            <a:extLst>
              <a:ext uri="{FF2B5EF4-FFF2-40B4-BE49-F238E27FC236}">
                <a16:creationId xmlns:a16="http://schemas.microsoft.com/office/drawing/2014/main" id="{1542F731-CCFA-CA24-F408-1B5140A17595}"/>
              </a:ext>
            </a:extLst>
          </p:cNvPr>
          <p:cNvGrpSpPr/>
          <p:nvPr/>
        </p:nvGrpSpPr>
        <p:grpSpPr>
          <a:xfrm>
            <a:off x="2971021" y="1329629"/>
            <a:ext cx="8937513" cy="5217522"/>
            <a:chOff x="2971021" y="1329629"/>
            <a:chExt cx="8937513" cy="5217522"/>
          </a:xfrm>
        </p:grpSpPr>
        <p:pic>
          <p:nvPicPr>
            <p:cNvPr id="188" name="Picture 187">
              <a:extLst>
                <a:ext uri="{FF2B5EF4-FFF2-40B4-BE49-F238E27FC236}">
                  <a16:creationId xmlns:a16="http://schemas.microsoft.com/office/drawing/2014/main" id="{D68F59F5-CA2C-EC35-DB6C-D944F777AC7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971022" y="1329629"/>
              <a:ext cx="8937511" cy="719390"/>
            </a:xfrm>
            <a:prstGeom prst="rect">
              <a:avLst/>
            </a:prstGeom>
          </p:spPr>
        </p:pic>
        <p:pic>
          <p:nvPicPr>
            <p:cNvPr id="192" name="Picture 191">
              <a:extLst>
                <a:ext uri="{FF2B5EF4-FFF2-40B4-BE49-F238E27FC236}">
                  <a16:creationId xmlns:a16="http://schemas.microsoft.com/office/drawing/2014/main" id="{A8035A25-2379-CE20-4761-39CD084ADE1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971021" y="2371029"/>
              <a:ext cx="8937513" cy="4176122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440" y="161162"/>
            <a:ext cx="8424672" cy="625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1D2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Business Performance</a:t>
            </a:r>
            <a:endParaRPr lang="en-US" sz="3600" dirty="0">
              <a:solidFill>
                <a:srgbClr val="1D2C12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72440" y="773553"/>
            <a:ext cx="82981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reflect the full dataset with all dashboard filters reset</a:t>
            </a:r>
            <a:endParaRPr lang="en-US" sz="12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35745C6-AA3B-3978-5D55-42271D724E83}"/>
              </a:ext>
            </a:extLst>
          </p:cNvPr>
          <p:cNvGrpSpPr/>
          <p:nvPr/>
        </p:nvGrpSpPr>
        <p:grpSpPr>
          <a:xfrm>
            <a:off x="7223184" y="2788920"/>
            <a:ext cx="4600194" cy="3295527"/>
            <a:chOff x="5109210" y="3429000"/>
            <a:chExt cx="3600450" cy="2263138"/>
          </a:xfrm>
        </p:grpSpPr>
        <p:sp>
          <p:nvSpPr>
            <p:cNvPr id="17" name="Shape 14"/>
            <p:cNvSpPr/>
            <p:nvPr/>
          </p:nvSpPr>
          <p:spPr>
            <a:xfrm>
              <a:off x="5109210" y="3429000"/>
              <a:ext cx="3600450" cy="2263138"/>
            </a:xfrm>
            <a:prstGeom prst="roundRect">
              <a:avLst>
                <a:gd name="adj" fmla="val 3333"/>
              </a:avLst>
            </a:prstGeom>
            <a:solidFill>
              <a:schemeClr val="accent6">
                <a:lumMod val="50000"/>
              </a:schemeClr>
            </a:solidFill>
            <a:ln/>
          </p:spPr>
        </p:sp>
        <p:sp>
          <p:nvSpPr>
            <p:cNvPr id="18" name="Text 15"/>
            <p:cNvSpPr/>
            <p:nvPr/>
          </p:nvSpPr>
          <p:spPr>
            <a:xfrm>
              <a:off x="5314950" y="3634740"/>
              <a:ext cx="3223260" cy="24003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b="1" kern="0" spc="113" dirty="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KEY FINDINGS</a:t>
              </a:r>
              <a:endParaRPr lang="en-US" dirty="0"/>
            </a:p>
          </p:txBody>
        </p:sp>
        <p:sp>
          <p:nvSpPr>
            <p:cNvPr id="19" name="Text 16"/>
            <p:cNvSpPr/>
            <p:nvPr/>
          </p:nvSpPr>
          <p:spPr>
            <a:xfrm>
              <a:off x="5314950" y="3977640"/>
              <a:ext cx="3223260" cy="135788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133350" indent="-133350">
                <a:lnSpc>
                  <a:spcPct val="115000"/>
                </a:lnSpc>
                <a:spcAft>
                  <a:spcPts val="1050"/>
                </a:spcAft>
                <a:buSzPct val="100000"/>
                <a:buChar char="▸"/>
              </a:pPr>
              <a:r>
                <a:rPr lang="en-US" sz="16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Sales rise strongly toward the final months of the year.</a:t>
              </a:r>
              <a:endParaRPr lang="en-US" sz="1600" dirty="0"/>
            </a:p>
            <a:p>
              <a:pPr marL="133350" indent="-133350">
                <a:lnSpc>
                  <a:spcPct val="115000"/>
                </a:lnSpc>
                <a:spcAft>
                  <a:spcPts val="1050"/>
                </a:spcAft>
                <a:buSzPct val="100000"/>
                <a:buChar char="▸"/>
              </a:pPr>
              <a:r>
                <a:rPr lang="en-US" sz="16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West region generates the highest sales.</a:t>
              </a:r>
              <a:endParaRPr lang="en-US" sz="1600" dirty="0"/>
            </a:p>
            <a:p>
              <a:pPr marL="133350" indent="-133350">
                <a:lnSpc>
                  <a:spcPct val="115000"/>
                </a:lnSpc>
                <a:spcAft>
                  <a:spcPts val="1050"/>
                </a:spcAft>
                <a:buSzPct val="100000"/>
                <a:buChar char="▸"/>
              </a:pPr>
              <a:r>
                <a:rPr lang="en-US" sz="16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Technology produces the highest profit among the main categories.</a:t>
              </a:r>
              <a:endParaRPr lang="en-US" sz="1600" dirty="0"/>
            </a:p>
          </p:txBody>
        </p:sp>
      </p:grpSp>
      <p:sp>
        <p:nvSpPr>
          <p:cNvPr id="20" name="Text 17"/>
          <p:cNvSpPr/>
          <p:nvPr/>
        </p:nvSpPr>
        <p:spPr>
          <a:xfrm>
            <a:off x="472440" y="6161478"/>
            <a:ext cx="4114800" cy="3834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Performance Analysis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0027920" y="5760720"/>
            <a:ext cx="27432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675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75" dirty="0"/>
          </a:p>
        </p:txBody>
      </p:sp>
      <p:grpSp>
        <p:nvGrpSpPr>
          <p:cNvPr id="120" name="Monthly sales vs Profit Trend Group">
            <a:extLst>
              <a:ext uri="{FF2B5EF4-FFF2-40B4-BE49-F238E27FC236}">
                <a16:creationId xmlns:a16="http://schemas.microsoft.com/office/drawing/2014/main" id="{CCAFA33B-681D-CF5A-4F98-76DCEA9C2902}"/>
              </a:ext>
            </a:extLst>
          </p:cNvPr>
          <p:cNvGrpSpPr/>
          <p:nvPr/>
        </p:nvGrpSpPr>
        <p:grpSpPr>
          <a:xfrm>
            <a:off x="383861" y="1175064"/>
            <a:ext cx="11439517" cy="4909383"/>
            <a:chOff x="383861" y="1175064"/>
            <a:chExt cx="11439517" cy="4909383"/>
          </a:xfrm>
        </p:grpSpPr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931D0E8D-CABA-EEE2-CF4F-2DABD0439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3861" y="2607867"/>
              <a:ext cx="6620265" cy="3476580"/>
            </a:xfrm>
            <a:prstGeom prst="rect">
              <a:avLst/>
            </a:prstGeom>
          </p:spPr>
        </p:pic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C61E2B4E-82FC-1AA3-E2E0-E2C9AAEBB051}"/>
                </a:ext>
              </a:extLst>
            </p:cNvPr>
            <p:cNvGrpSpPr/>
            <p:nvPr/>
          </p:nvGrpSpPr>
          <p:grpSpPr>
            <a:xfrm>
              <a:off x="474766" y="1175064"/>
              <a:ext cx="11348612" cy="1280160"/>
              <a:chOff x="474766" y="1175064"/>
              <a:chExt cx="11348612" cy="1280160"/>
            </a:xfrm>
          </p:grpSpPr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D3F03B2A-A5CF-A9B6-1AA2-599367BAD0DF}"/>
                  </a:ext>
                </a:extLst>
              </p:cNvPr>
              <p:cNvGrpSpPr/>
              <p:nvPr/>
            </p:nvGrpSpPr>
            <p:grpSpPr>
              <a:xfrm>
                <a:off x="474766" y="1175064"/>
                <a:ext cx="2743200" cy="1280160"/>
                <a:chOff x="0" y="0"/>
                <a:chExt cx="2286000" cy="914400"/>
              </a:xfrm>
            </p:grpSpPr>
            <p:grpSp>
              <p:nvGrpSpPr>
                <p:cNvPr id="108" name="Group 107">
                  <a:extLst>
                    <a:ext uri="{FF2B5EF4-FFF2-40B4-BE49-F238E27FC236}">
                      <a16:creationId xmlns:a16="http://schemas.microsoft.com/office/drawing/2014/main" id="{7C32B16E-B15E-F044-024D-87119A656EAF}"/>
                    </a:ext>
                  </a:extLst>
                </p:cNvPr>
                <p:cNvGrpSpPr/>
                <p:nvPr/>
              </p:nvGrpSpPr>
              <p:grpSpPr>
                <a:xfrm>
                  <a:off x="0" y="0"/>
                  <a:ext cx="2286000" cy="914400"/>
                  <a:chOff x="0" y="0"/>
                  <a:chExt cx="2286000" cy="914400"/>
                </a:xfrm>
              </p:grpSpPr>
              <p:sp>
                <p:nvSpPr>
                  <p:cNvPr id="110" name="Rectangle: Rounded Corners 109">
                    <a:extLst>
                      <a:ext uri="{FF2B5EF4-FFF2-40B4-BE49-F238E27FC236}">
                        <a16:creationId xmlns:a16="http://schemas.microsoft.com/office/drawing/2014/main" id="{0E3181C6-206B-4C7F-AE46-ACDB7AC8B1CE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2286000" cy="914400"/>
                  </a:xfrm>
                  <a:prstGeom prst="roundRect">
                    <a:avLst/>
                  </a:prstGeom>
                  <a:solidFill>
                    <a:srgbClr val="092C1B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t"/>
                  <a:lstStyle>
                    <a:lvl1pPr marL="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l"/>
                    <a:endParaRPr lang="en-US" sz="1100"/>
                  </a:p>
                </p:txBody>
              </p:sp>
              <p:grpSp>
                <p:nvGrpSpPr>
                  <p:cNvPr id="111" name="Group 110">
                    <a:extLst>
                      <a:ext uri="{FF2B5EF4-FFF2-40B4-BE49-F238E27FC236}">
                        <a16:creationId xmlns:a16="http://schemas.microsoft.com/office/drawing/2014/main" id="{361DAC85-378C-4681-8508-A7A6A7B2E88C}"/>
                      </a:ext>
                    </a:extLst>
                  </p:cNvPr>
                  <p:cNvGrpSpPr/>
                  <p:nvPr/>
                </p:nvGrpSpPr>
                <p:grpSpPr>
                  <a:xfrm>
                    <a:off x="9237" y="57150"/>
                    <a:ext cx="2271375" cy="838200"/>
                    <a:chOff x="9237" y="57150"/>
                    <a:chExt cx="2271375" cy="838200"/>
                  </a:xfrm>
                </p:grpSpPr>
                <p:sp>
                  <p:nvSpPr>
                    <p:cNvPr id="112" name="TextBox 13">
                      <a:extLst>
                        <a:ext uri="{FF2B5EF4-FFF2-40B4-BE49-F238E27FC236}">
                          <a16:creationId xmlns:a16="http://schemas.microsoft.com/office/drawing/2014/main" id="{70CC9A94-F778-C350-8788-6907EE57F2D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6200" y="57150"/>
                      <a:ext cx="1009650" cy="336550"/>
                    </a:xfrm>
                    <a:prstGeom prst="rect">
                      <a:avLst/>
                    </a:prstGeom>
                    <a:noFill/>
                    <a:ln w="9525" cmpd="sng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dk1"/>
                    </a:fontRef>
                  </p:style>
                  <p:txBody>
                    <a:bodyPr wrap="square" rtlCol="0" anchor="t"/>
                    <a:lstStyle>
                      <a:lvl1pPr marL="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fld id="{9C6106B4-2FCC-4680-A1FE-B27D7080CBF3}" type="TxLink">
                        <a:rPr lang="en-US" sz="1800" b="0" i="0" u="none" strike="noStrike">
                          <a:solidFill>
                            <a:schemeClr val="bg1"/>
                          </a:solidFill>
                          <a:latin typeface="Aptos Narrow"/>
                        </a:rPr>
                        <a:pPr/>
                        <a:t>Total Sales</a:t>
                      </a:fld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13" name="TextBox 14">
                      <a:extLst>
                        <a:ext uri="{FF2B5EF4-FFF2-40B4-BE49-F238E27FC236}">
                          <a16:creationId xmlns:a16="http://schemas.microsoft.com/office/drawing/2014/main" id="{6A99E8B5-D52C-4EFD-883A-B5D6259A850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6201" y="304800"/>
                      <a:ext cx="1404763" cy="298451"/>
                    </a:xfrm>
                    <a:prstGeom prst="rect">
                      <a:avLst/>
                    </a:prstGeom>
                    <a:noFill/>
                    <a:ln w="9525" cmpd="sng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dk1"/>
                    </a:fontRef>
                  </p:style>
                  <p:txBody>
                    <a:bodyPr wrap="square" rtlCol="0" anchor="t"/>
                    <a:lstStyle>
                      <a:lvl1pPr marL="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fld id="{94C85A2B-79EE-4F42-9A5C-EA5E2AE91C91}" type="TxLink">
                        <a:rPr lang="en-US" sz="2400" b="0" i="0" u="none" strike="noStrike">
                          <a:solidFill>
                            <a:schemeClr val="bg1"/>
                          </a:solidFill>
                          <a:latin typeface="Aptos Narrow"/>
                        </a:rPr>
                        <a:pPr/>
                        <a:t>$2,297,201</a:t>
                      </a:fld>
                      <a:endParaRPr lang="en-US" sz="3600" b="0" i="0" u="none" strike="noStrike" dirty="0">
                        <a:solidFill>
                          <a:schemeClr val="bg1"/>
                        </a:solidFill>
                        <a:latin typeface="Aptos Narrow"/>
                      </a:endParaRPr>
                    </a:p>
                  </p:txBody>
                </p:sp>
                <p:sp>
                  <p:nvSpPr>
                    <p:cNvPr id="114" name="TextBox 16">
                      <a:extLst>
                        <a:ext uri="{FF2B5EF4-FFF2-40B4-BE49-F238E27FC236}">
                          <a16:creationId xmlns:a16="http://schemas.microsoft.com/office/drawing/2014/main" id="{A363FC72-A204-4A87-B41D-5B8A018AF60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6200" y="622300"/>
                      <a:ext cx="869950" cy="273050"/>
                    </a:xfrm>
                    <a:prstGeom prst="rect">
                      <a:avLst/>
                    </a:prstGeom>
                    <a:noFill/>
                    <a:ln w="9525" cmpd="sng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dk1"/>
                    </a:fontRef>
                  </p:style>
                  <p:txBody>
                    <a:bodyPr wrap="square" rtlCol="0" anchor="t"/>
                    <a:lstStyle>
                      <a:lvl1pPr marL="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fld id="{5C4CEBAC-A771-460A-8BD4-3759380A3BC0}" type="TxLink">
                        <a:rPr lang="en-US" sz="1600" b="0" i="0" u="none" strike="noStrike">
                          <a:solidFill>
                            <a:schemeClr val="bg1"/>
                          </a:solidFill>
                          <a:latin typeface="Aptos Narrow"/>
                        </a:rPr>
                        <a:pPr/>
                        <a:t>0.00%</a:t>
                      </a:fld>
                      <a:endParaRPr lang="en-US" sz="1100" b="0" i="0" u="none" strike="noStrike" dirty="0">
                        <a:solidFill>
                          <a:schemeClr val="bg1"/>
                        </a:solidFill>
                        <a:latin typeface="Aptos Narrow"/>
                      </a:endParaRPr>
                    </a:p>
                  </p:txBody>
                </p:sp>
                <p:cxnSp>
                  <p:nvCxnSpPr>
                    <p:cNvPr id="115" name="Straight Connector 114">
                      <a:extLst>
                        <a:ext uri="{FF2B5EF4-FFF2-40B4-BE49-F238E27FC236}">
                          <a16:creationId xmlns:a16="http://schemas.microsoft.com/office/drawing/2014/main" id="{2F43BA4F-8267-93BD-64D3-329F475E655C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9237" y="317693"/>
                      <a:ext cx="2271375" cy="7697"/>
                    </a:xfrm>
                    <a:prstGeom prst="line">
                      <a:avLst/>
                    </a:prstGeom>
                    <a:ln w="6350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16" name="TextBox 20">
                      <a:extLst>
                        <a:ext uri="{FF2B5EF4-FFF2-40B4-BE49-F238E27FC236}">
                          <a16:creationId xmlns:a16="http://schemas.microsoft.com/office/drawing/2014/main" id="{CF6A02FB-5415-7FE5-9948-258E30810F4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58799" y="614253"/>
                      <a:ext cx="1453791" cy="255697"/>
                    </a:xfrm>
                    <a:prstGeom prst="rect">
                      <a:avLst/>
                    </a:prstGeom>
                    <a:noFill/>
                    <a:ln w="9525" cmpd="sng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dk1"/>
                    </a:fontRef>
                  </p:style>
                  <p:txBody>
                    <a:bodyPr wrap="square" rtlCol="0" anchor="ctr"/>
                    <a:lstStyle>
                      <a:lvl1pPr marL="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From Previous Year</a:t>
                      </a:r>
                    </a:p>
                  </p:txBody>
                </p:sp>
              </p:grpSp>
            </p:grpSp>
            <p:sp>
              <p:nvSpPr>
                <p:cNvPr id="109" name="Flowchart: Connector 108">
                  <a:extLst>
                    <a:ext uri="{FF2B5EF4-FFF2-40B4-BE49-F238E27FC236}">
                      <a16:creationId xmlns:a16="http://schemas.microsoft.com/office/drawing/2014/main" id="{1A05D0D8-98D7-29D3-2D03-6E1935BFAE62}"/>
                    </a:ext>
                  </a:extLst>
                </p:cNvPr>
                <p:cNvSpPr/>
                <p:nvPr/>
              </p:nvSpPr>
              <p:spPr>
                <a:xfrm>
                  <a:off x="1892299" y="32427"/>
                  <a:ext cx="291457" cy="271181"/>
                </a:xfrm>
                <a:prstGeom prst="flowChartConnector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/>
                  <a:endParaRPr lang="en-US" sz="1100"/>
                </a:p>
              </p:txBody>
            </p:sp>
          </p:grpSp>
          <p:grpSp>
            <p:nvGrpSpPr>
              <p:cNvPr id="78" name="Group 77">
                <a:extLst>
                  <a:ext uri="{FF2B5EF4-FFF2-40B4-BE49-F238E27FC236}">
                    <a16:creationId xmlns:a16="http://schemas.microsoft.com/office/drawing/2014/main" id="{D848A2A0-4CC5-4EA5-BCB4-B05F6B5AB8FC}"/>
                  </a:ext>
                </a:extLst>
              </p:cNvPr>
              <p:cNvGrpSpPr/>
              <p:nvPr/>
            </p:nvGrpSpPr>
            <p:grpSpPr>
              <a:xfrm>
                <a:off x="3343237" y="1175064"/>
                <a:ext cx="2743200" cy="1280160"/>
                <a:chOff x="2341557" y="12700"/>
                <a:chExt cx="2286000" cy="9144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10D99CE7-36D7-0497-81F4-4FE7F259D422}"/>
                    </a:ext>
                  </a:extLst>
                </p:cNvPr>
                <p:cNvGrpSpPr/>
                <p:nvPr/>
              </p:nvGrpSpPr>
              <p:grpSpPr>
                <a:xfrm>
                  <a:off x="2341557" y="12700"/>
                  <a:ext cx="2286000" cy="914400"/>
                  <a:chOff x="2341557" y="12700"/>
                  <a:chExt cx="2286000" cy="914400"/>
                </a:xfrm>
              </p:grpSpPr>
              <p:sp>
                <p:nvSpPr>
                  <p:cNvPr id="101" name="Rectangle: Rounded Corners 100">
                    <a:extLst>
                      <a:ext uri="{FF2B5EF4-FFF2-40B4-BE49-F238E27FC236}">
                        <a16:creationId xmlns:a16="http://schemas.microsoft.com/office/drawing/2014/main" id="{6345B7C6-9458-61AF-F2D6-005D12A26949}"/>
                      </a:ext>
                    </a:extLst>
                  </p:cNvPr>
                  <p:cNvSpPr/>
                  <p:nvPr/>
                </p:nvSpPr>
                <p:spPr>
                  <a:xfrm>
                    <a:off x="2341557" y="12700"/>
                    <a:ext cx="2286000" cy="914400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t"/>
                  <a:lstStyle>
                    <a:lvl1pPr marL="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l"/>
                    <a:endParaRPr lang="en-US" sz="1100"/>
                  </a:p>
                </p:txBody>
              </p:sp>
              <p:grpSp>
                <p:nvGrpSpPr>
                  <p:cNvPr id="102" name="Group 101">
                    <a:extLst>
                      <a:ext uri="{FF2B5EF4-FFF2-40B4-BE49-F238E27FC236}">
                        <a16:creationId xmlns:a16="http://schemas.microsoft.com/office/drawing/2014/main" id="{14142368-7693-783B-C972-AFE3E237D2DB}"/>
                      </a:ext>
                    </a:extLst>
                  </p:cNvPr>
                  <p:cNvGrpSpPr/>
                  <p:nvPr/>
                </p:nvGrpSpPr>
                <p:grpSpPr>
                  <a:xfrm>
                    <a:off x="2350794" y="69850"/>
                    <a:ext cx="2271375" cy="838200"/>
                    <a:chOff x="2350794" y="69850"/>
                    <a:chExt cx="2271375" cy="838200"/>
                  </a:xfrm>
                </p:grpSpPr>
                <p:sp>
                  <p:nvSpPr>
                    <p:cNvPr id="103" name="TextBox 40">
                      <a:extLst>
                        <a:ext uri="{FF2B5EF4-FFF2-40B4-BE49-F238E27FC236}">
                          <a16:creationId xmlns:a16="http://schemas.microsoft.com/office/drawing/2014/main" id="{2AB73B39-228D-6201-C362-DE5655E2B65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417757" y="69850"/>
                      <a:ext cx="1009650" cy="336550"/>
                    </a:xfrm>
                    <a:prstGeom prst="rect">
                      <a:avLst/>
                    </a:prstGeom>
                    <a:noFill/>
                    <a:ln w="9525" cmpd="sng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dk1"/>
                    </a:fontRef>
                  </p:style>
                  <p:txBody>
                    <a:bodyPr wrap="square" rtlCol="0" anchor="t"/>
                    <a:lstStyle>
                      <a:lvl1pPr marL="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fld id="{C5046ED0-17E0-472C-8BDE-20B2487B4A9D}" type="TxLink">
                        <a:rPr lang="en-US" sz="1800" b="0" i="0" u="none" strike="noStrike">
                          <a:solidFill>
                            <a:srgbClr val="092C1B"/>
                          </a:solidFill>
                          <a:latin typeface="Aptos Narrow"/>
                        </a:rPr>
                        <a:pPr/>
                        <a:t>Total Profit</a:t>
                      </a:fld>
                      <a:endParaRPr lang="en-US" sz="1100" dirty="0">
                        <a:solidFill>
                          <a:srgbClr val="092C1B"/>
                        </a:solidFill>
                      </a:endParaRPr>
                    </a:p>
                  </p:txBody>
                </p:sp>
                <p:sp>
                  <p:nvSpPr>
                    <p:cNvPr id="104" name="TextBox 41">
                      <a:extLst>
                        <a:ext uri="{FF2B5EF4-FFF2-40B4-BE49-F238E27FC236}">
                          <a16:creationId xmlns:a16="http://schemas.microsoft.com/office/drawing/2014/main" id="{FB917636-1DAD-0040-4BD0-4B91C394494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417757" y="317500"/>
                      <a:ext cx="1212850" cy="355600"/>
                    </a:xfrm>
                    <a:prstGeom prst="rect">
                      <a:avLst/>
                    </a:prstGeom>
                    <a:noFill/>
                    <a:ln w="9525" cmpd="sng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dk1"/>
                    </a:fontRef>
                  </p:style>
                  <p:txBody>
                    <a:bodyPr wrap="square" rtlCol="0" anchor="t"/>
                    <a:lstStyle>
                      <a:lvl1pPr marL="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fld id="{AF50193A-51A6-46F0-AD76-280372567063}" type="TxLink">
                        <a:rPr lang="en-US" sz="2400" b="0" i="0" u="none" strike="noStrike">
                          <a:solidFill>
                            <a:srgbClr val="000000"/>
                          </a:solidFill>
                          <a:latin typeface="Aptos Narrow"/>
                        </a:rPr>
                        <a:pPr/>
                        <a:t>$286,397</a:t>
                      </a:fld>
                      <a:endParaRPr lang="en-US" sz="6600" b="0" i="0" u="none" strike="noStrike" dirty="0">
                        <a:solidFill>
                          <a:srgbClr val="092C1B"/>
                        </a:solidFill>
                        <a:latin typeface="Aptos Narrow"/>
                      </a:endParaRPr>
                    </a:p>
                  </p:txBody>
                </p:sp>
                <p:sp>
                  <p:nvSpPr>
                    <p:cNvPr id="105" name="TextBox 42">
                      <a:extLst>
                        <a:ext uri="{FF2B5EF4-FFF2-40B4-BE49-F238E27FC236}">
                          <a16:creationId xmlns:a16="http://schemas.microsoft.com/office/drawing/2014/main" id="{F888546A-A3A6-BB14-4CD1-8CAD1DF3613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417757" y="635000"/>
                      <a:ext cx="869950" cy="273050"/>
                    </a:xfrm>
                    <a:prstGeom prst="rect">
                      <a:avLst/>
                    </a:prstGeom>
                    <a:noFill/>
                    <a:ln w="9525" cmpd="sng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dk1"/>
                    </a:fontRef>
                  </p:style>
                  <p:txBody>
                    <a:bodyPr wrap="square" rtlCol="0" anchor="t"/>
                    <a:lstStyle>
                      <a:lvl1pPr marL="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fld id="{8DAEE15B-5C95-4E0F-BE37-BD92BAD0CAE0}" type="TxLink">
                        <a:rPr lang="en-US" sz="1600" b="0" i="0" u="none" strike="noStrike">
                          <a:solidFill>
                            <a:srgbClr val="092C1B"/>
                          </a:solidFill>
                          <a:latin typeface="Aptos Narrow"/>
                        </a:rPr>
                        <a:pPr/>
                        <a:t>0.00%</a:t>
                      </a:fld>
                      <a:endParaRPr lang="en-US" sz="1100" b="0" i="0" u="none" strike="noStrike" dirty="0">
                        <a:solidFill>
                          <a:srgbClr val="092C1B"/>
                        </a:solidFill>
                        <a:latin typeface="Aptos Narrow"/>
                      </a:endParaRPr>
                    </a:p>
                  </p:txBody>
                </p:sp>
                <p:cxnSp>
                  <p:nvCxnSpPr>
                    <p:cNvPr id="106" name="Straight Connector 105">
                      <a:extLst>
                        <a:ext uri="{FF2B5EF4-FFF2-40B4-BE49-F238E27FC236}">
                          <a16:creationId xmlns:a16="http://schemas.microsoft.com/office/drawing/2014/main" id="{A37F5F0A-AF3A-AE28-605D-C9DE7776311F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2350794" y="330393"/>
                      <a:ext cx="2271375" cy="7697"/>
                    </a:xfrm>
                    <a:prstGeom prst="line">
                      <a:avLst/>
                    </a:prstGeom>
                    <a:ln w="6350">
                      <a:solidFill>
                        <a:srgbClr val="092C1B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07" name="TextBox 44">
                      <a:extLst>
                        <a:ext uri="{FF2B5EF4-FFF2-40B4-BE49-F238E27FC236}">
                          <a16:creationId xmlns:a16="http://schemas.microsoft.com/office/drawing/2014/main" id="{B4818F9A-2C59-ACFF-32A2-520B8834894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900357" y="668634"/>
                      <a:ext cx="1446164" cy="214016"/>
                    </a:xfrm>
                    <a:prstGeom prst="rect">
                      <a:avLst/>
                    </a:prstGeom>
                    <a:noFill/>
                    <a:ln w="9525" cmpd="sng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dk1"/>
                    </a:fontRef>
                  </p:style>
                  <p:txBody>
                    <a:bodyPr wrap="square" rtlCol="0" anchor="ctr"/>
                    <a:lstStyle>
                      <a:lvl1pPr marL="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sz="1400" dirty="0">
                          <a:solidFill>
                            <a:srgbClr val="092C1B"/>
                          </a:solidFill>
                        </a:rPr>
                        <a:t>From Previous Year</a:t>
                      </a:r>
                    </a:p>
                  </p:txBody>
                </p:sp>
              </p:grpSp>
            </p:grpSp>
            <p:sp>
              <p:nvSpPr>
                <p:cNvPr id="100" name="Flowchart: Connector 99">
                  <a:extLst>
                    <a:ext uri="{FF2B5EF4-FFF2-40B4-BE49-F238E27FC236}">
                      <a16:creationId xmlns:a16="http://schemas.microsoft.com/office/drawing/2014/main" id="{DAD29EF8-8D73-AC70-4A11-B3B71C30D25A}"/>
                    </a:ext>
                  </a:extLst>
                </p:cNvPr>
                <p:cNvSpPr/>
                <p:nvPr/>
              </p:nvSpPr>
              <p:spPr>
                <a:xfrm>
                  <a:off x="4233856" y="45127"/>
                  <a:ext cx="291457" cy="271181"/>
                </a:xfrm>
                <a:prstGeom prst="flowChartConnector">
                  <a:avLst/>
                </a:prstGeom>
                <a:solidFill>
                  <a:srgbClr val="092C1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/>
                  <a:endParaRPr lang="en-US" sz="1100"/>
                </a:p>
              </p:txBody>
            </p:sp>
          </p:grpSp>
          <p:grpSp>
            <p:nvGrpSpPr>
              <p:cNvPr id="79" name="Group 78">
                <a:extLst>
                  <a:ext uri="{FF2B5EF4-FFF2-40B4-BE49-F238E27FC236}">
                    <a16:creationId xmlns:a16="http://schemas.microsoft.com/office/drawing/2014/main" id="{F8132609-E569-481A-99D5-04B979CDDCB6}"/>
                  </a:ext>
                </a:extLst>
              </p:cNvPr>
              <p:cNvGrpSpPr/>
              <p:nvPr/>
            </p:nvGrpSpPr>
            <p:grpSpPr>
              <a:xfrm>
                <a:off x="6211708" y="1175064"/>
                <a:ext cx="2743200" cy="1280160"/>
                <a:chOff x="4684961" y="19048"/>
                <a:chExt cx="2286000" cy="914400"/>
              </a:xfrm>
            </p:grpSpPr>
            <p:grpSp>
              <p:nvGrpSpPr>
                <p:cNvPr id="90" name="Group 89">
                  <a:extLst>
                    <a:ext uri="{FF2B5EF4-FFF2-40B4-BE49-F238E27FC236}">
                      <a16:creationId xmlns:a16="http://schemas.microsoft.com/office/drawing/2014/main" id="{FAEEA3A5-38BD-2D5E-CC0B-94FFCCB51E7C}"/>
                    </a:ext>
                  </a:extLst>
                </p:cNvPr>
                <p:cNvGrpSpPr/>
                <p:nvPr/>
              </p:nvGrpSpPr>
              <p:grpSpPr>
                <a:xfrm>
                  <a:off x="4684961" y="19048"/>
                  <a:ext cx="2286000" cy="914400"/>
                  <a:chOff x="4684961" y="19048"/>
                  <a:chExt cx="2286000" cy="914400"/>
                </a:xfrm>
              </p:grpSpPr>
              <p:sp>
                <p:nvSpPr>
                  <p:cNvPr id="92" name="Rectangle: Rounded Corners 91">
                    <a:extLst>
                      <a:ext uri="{FF2B5EF4-FFF2-40B4-BE49-F238E27FC236}">
                        <a16:creationId xmlns:a16="http://schemas.microsoft.com/office/drawing/2014/main" id="{EC4402C5-3857-5738-8DD1-577669EC34D4}"/>
                      </a:ext>
                    </a:extLst>
                  </p:cNvPr>
                  <p:cNvSpPr/>
                  <p:nvPr/>
                </p:nvSpPr>
                <p:spPr>
                  <a:xfrm>
                    <a:off x="4684961" y="19048"/>
                    <a:ext cx="2286000" cy="914400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t"/>
                  <a:lstStyle>
                    <a:lvl1pPr marL="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l"/>
                    <a:endParaRPr lang="en-US" sz="1100"/>
                  </a:p>
                </p:txBody>
              </p:sp>
              <p:grpSp>
                <p:nvGrpSpPr>
                  <p:cNvPr id="93" name="Group 92">
                    <a:extLst>
                      <a:ext uri="{FF2B5EF4-FFF2-40B4-BE49-F238E27FC236}">
                        <a16:creationId xmlns:a16="http://schemas.microsoft.com/office/drawing/2014/main" id="{38CFEA97-1B43-E414-5CE3-576CC34D1AD6}"/>
                      </a:ext>
                    </a:extLst>
                  </p:cNvPr>
                  <p:cNvGrpSpPr/>
                  <p:nvPr/>
                </p:nvGrpSpPr>
                <p:grpSpPr>
                  <a:xfrm>
                    <a:off x="4694198" y="76198"/>
                    <a:ext cx="2271375" cy="838200"/>
                    <a:chOff x="4694198" y="76198"/>
                    <a:chExt cx="2271375" cy="838200"/>
                  </a:xfrm>
                </p:grpSpPr>
                <p:sp>
                  <p:nvSpPr>
                    <p:cNvPr id="94" name="TextBox 51">
                      <a:extLst>
                        <a:ext uri="{FF2B5EF4-FFF2-40B4-BE49-F238E27FC236}">
                          <a16:creationId xmlns:a16="http://schemas.microsoft.com/office/drawing/2014/main" id="{96DB8F4C-3485-4A4B-E962-D805DD67202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761161" y="76198"/>
                      <a:ext cx="1524000" cy="336550"/>
                    </a:xfrm>
                    <a:prstGeom prst="rect">
                      <a:avLst/>
                    </a:prstGeom>
                    <a:noFill/>
                    <a:ln w="9525" cmpd="sng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dk1"/>
                    </a:fontRef>
                  </p:style>
                  <p:txBody>
                    <a:bodyPr wrap="square" rtlCol="0" anchor="t"/>
                    <a:lstStyle>
                      <a:lvl1pPr marL="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fld id="{96C88C33-5496-406D-98D5-8DB38DB05CB6}" type="TxLink">
                        <a:rPr lang="en-US" sz="1800" b="0" i="0" u="none" strike="noStrike">
                          <a:solidFill>
                            <a:srgbClr val="092C1B"/>
                          </a:solidFill>
                          <a:latin typeface="Aptos Narrow"/>
                        </a:rPr>
                        <a:pPr/>
                        <a:t>Total Transactions</a:t>
                      </a:fld>
                      <a:endParaRPr lang="en-US" sz="1400" dirty="0">
                        <a:solidFill>
                          <a:srgbClr val="092C1B"/>
                        </a:solidFill>
                      </a:endParaRPr>
                    </a:p>
                  </p:txBody>
                </p:sp>
                <p:sp>
                  <p:nvSpPr>
                    <p:cNvPr id="95" name="TextBox 52">
                      <a:extLst>
                        <a:ext uri="{FF2B5EF4-FFF2-40B4-BE49-F238E27FC236}">
                          <a16:creationId xmlns:a16="http://schemas.microsoft.com/office/drawing/2014/main" id="{E0777307-3E5A-8FCB-A7D3-690595053CF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761161" y="323848"/>
                      <a:ext cx="1212850" cy="355600"/>
                    </a:xfrm>
                    <a:prstGeom prst="rect">
                      <a:avLst/>
                    </a:prstGeom>
                    <a:noFill/>
                    <a:ln w="9525" cmpd="sng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dk1"/>
                    </a:fontRef>
                  </p:style>
                  <p:txBody>
                    <a:bodyPr wrap="square" rtlCol="0" anchor="t"/>
                    <a:lstStyle>
                      <a:lvl1pPr marL="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fld id="{FEF5618D-FCA6-4553-AA76-DA43CB07C720}" type="TxLink">
                        <a:rPr lang="en-US" sz="2400" b="0" i="0" u="none" strike="noStrike">
                          <a:solidFill>
                            <a:srgbClr val="000000"/>
                          </a:solidFill>
                          <a:latin typeface="Aptos Narrow"/>
                        </a:rPr>
                        <a:pPr/>
                        <a:t>5,009</a:t>
                      </a:fld>
                      <a:endParaRPr lang="en-US" sz="11500" b="0" i="0" u="none" strike="noStrike" dirty="0">
                        <a:solidFill>
                          <a:srgbClr val="092C1B"/>
                        </a:solidFill>
                        <a:latin typeface="Aptos Narrow"/>
                      </a:endParaRPr>
                    </a:p>
                  </p:txBody>
                </p:sp>
                <p:sp>
                  <p:nvSpPr>
                    <p:cNvPr id="96" name="TextBox 53">
                      <a:extLst>
                        <a:ext uri="{FF2B5EF4-FFF2-40B4-BE49-F238E27FC236}">
                          <a16:creationId xmlns:a16="http://schemas.microsoft.com/office/drawing/2014/main" id="{C7059566-A601-7963-AFE2-7029240C885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761161" y="641348"/>
                      <a:ext cx="869950" cy="273050"/>
                    </a:xfrm>
                    <a:prstGeom prst="rect">
                      <a:avLst/>
                    </a:prstGeom>
                    <a:noFill/>
                    <a:ln w="9525" cmpd="sng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dk1"/>
                    </a:fontRef>
                  </p:style>
                  <p:txBody>
                    <a:bodyPr wrap="square" rtlCol="0" anchor="t"/>
                    <a:lstStyle>
                      <a:lvl1pPr marL="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fld id="{EE449F5C-05A0-4153-A54C-FFAAED39101A}" type="TxLink">
                        <a:rPr lang="en-US" sz="1600" b="0" i="0" u="none" strike="noStrike">
                          <a:solidFill>
                            <a:srgbClr val="092C1B"/>
                          </a:solidFill>
                          <a:latin typeface="Aptos Narrow"/>
                        </a:rPr>
                        <a:pPr/>
                        <a:t>0.00%</a:t>
                      </a:fld>
                      <a:endParaRPr lang="en-US" sz="1100" b="0" i="0" u="none" strike="noStrike" dirty="0">
                        <a:solidFill>
                          <a:srgbClr val="092C1B"/>
                        </a:solidFill>
                        <a:latin typeface="Aptos Narrow"/>
                      </a:endParaRPr>
                    </a:p>
                  </p:txBody>
                </p:sp>
                <p:cxnSp>
                  <p:nvCxnSpPr>
                    <p:cNvPr id="97" name="Straight Connector 96">
                      <a:extLst>
                        <a:ext uri="{FF2B5EF4-FFF2-40B4-BE49-F238E27FC236}">
                          <a16:creationId xmlns:a16="http://schemas.microsoft.com/office/drawing/2014/main" id="{05A281B7-6D44-AB0E-28FD-1CBDAFA378AF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694198" y="336741"/>
                      <a:ext cx="2271375" cy="7697"/>
                    </a:xfrm>
                    <a:prstGeom prst="line">
                      <a:avLst/>
                    </a:prstGeom>
                    <a:ln w="6350">
                      <a:solidFill>
                        <a:srgbClr val="092C1B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98" name="TextBox 55">
                      <a:extLst>
                        <a:ext uri="{FF2B5EF4-FFF2-40B4-BE49-F238E27FC236}">
                          <a16:creationId xmlns:a16="http://schemas.microsoft.com/office/drawing/2014/main" id="{5D81E541-8522-E03F-1F25-5E290538705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243761" y="688940"/>
                      <a:ext cx="1410086" cy="200058"/>
                    </a:xfrm>
                    <a:prstGeom prst="rect">
                      <a:avLst/>
                    </a:prstGeom>
                    <a:noFill/>
                    <a:ln w="9525" cmpd="sng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dk1"/>
                    </a:fontRef>
                  </p:style>
                  <p:txBody>
                    <a:bodyPr wrap="square" rtlCol="0" anchor="ctr"/>
                    <a:lstStyle>
                      <a:lvl1pPr marL="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sz="1400" dirty="0">
                          <a:solidFill>
                            <a:srgbClr val="092C1B"/>
                          </a:solidFill>
                        </a:rPr>
                        <a:t>From Previous Year</a:t>
                      </a:r>
                    </a:p>
                  </p:txBody>
                </p:sp>
              </p:grpSp>
            </p:grpSp>
            <p:sp>
              <p:nvSpPr>
                <p:cNvPr id="91" name="Flowchart: Connector 90">
                  <a:extLst>
                    <a:ext uri="{FF2B5EF4-FFF2-40B4-BE49-F238E27FC236}">
                      <a16:creationId xmlns:a16="http://schemas.microsoft.com/office/drawing/2014/main" id="{8AF92A11-6E75-710D-02E7-8543A58947C4}"/>
                    </a:ext>
                  </a:extLst>
                </p:cNvPr>
                <p:cNvSpPr/>
                <p:nvPr/>
              </p:nvSpPr>
              <p:spPr>
                <a:xfrm>
                  <a:off x="6577260" y="51475"/>
                  <a:ext cx="291457" cy="271181"/>
                </a:xfrm>
                <a:prstGeom prst="flowChartConnector">
                  <a:avLst/>
                </a:prstGeom>
                <a:solidFill>
                  <a:srgbClr val="092C1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/>
                  <a:endParaRPr lang="en-US" sz="1100"/>
                </a:p>
              </p:txBody>
            </p:sp>
          </p:grpSp>
          <p:grpSp>
            <p:nvGrpSpPr>
              <p:cNvPr id="80" name="Group 79">
                <a:extLst>
                  <a:ext uri="{FF2B5EF4-FFF2-40B4-BE49-F238E27FC236}">
                    <a16:creationId xmlns:a16="http://schemas.microsoft.com/office/drawing/2014/main" id="{D7FF32C0-A2A5-4994-A647-FB57706DF06F}"/>
                  </a:ext>
                </a:extLst>
              </p:cNvPr>
              <p:cNvGrpSpPr/>
              <p:nvPr/>
            </p:nvGrpSpPr>
            <p:grpSpPr>
              <a:xfrm>
                <a:off x="9080178" y="1175064"/>
                <a:ext cx="2743200" cy="1280160"/>
                <a:chOff x="7057914" y="38100"/>
                <a:chExt cx="2286000" cy="914400"/>
              </a:xfrm>
            </p:grpSpPr>
            <p:grpSp>
              <p:nvGrpSpPr>
                <p:cNvPr id="81" name="Group 80">
                  <a:extLst>
                    <a:ext uri="{FF2B5EF4-FFF2-40B4-BE49-F238E27FC236}">
                      <a16:creationId xmlns:a16="http://schemas.microsoft.com/office/drawing/2014/main" id="{D44AF048-0CB9-0049-061E-36A1C9D0E03E}"/>
                    </a:ext>
                  </a:extLst>
                </p:cNvPr>
                <p:cNvGrpSpPr/>
                <p:nvPr/>
              </p:nvGrpSpPr>
              <p:grpSpPr>
                <a:xfrm>
                  <a:off x="7057914" y="38100"/>
                  <a:ext cx="2286000" cy="914400"/>
                  <a:chOff x="7057914" y="38100"/>
                  <a:chExt cx="2286000" cy="914400"/>
                </a:xfrm>
              </p:grpSpPr>
              <p:sp>
                <p:nvSpPr>
                  <p:cNvPr id="83" name="Rectangle: Rounded Corners 82">
                    <a:extLst>
                      <a:ext uri="{FF2B5EF4-FFF2-40B4-BE49-F238E27FC236}">
                        <a16:creationId xmlns:a16="http://schemas.microsoft.com/office/drawing/2014/main" id="{67DD2F7E-0EEA-4957-14AB-E54EDE6B0FBE}"/>
                      </a:ext>
                    </a:extLst>
                  </p:cNvPr>
                  <p:cNvSpPr/>
                  <p:nvPr/>
                </p:nvSpPr>
                <p:spPr>
                  <a:xfrm>
                    <a:off x="7057914" y="38100"/>
                    <a:ext cx="2286000" cy="914400"/>
                  </a:xfrm>
                  <a:prstGeom prst="round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t"/>
                  <a:lstStyle>
                    <a:lvl1pPr marL="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indent="0">
                      <a:defRPr sz="11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l"/>
                    <a:endParaRPr lang="en-US" sz="1100">
                      <a:solidFill>
                        <a:srgbClr val="092C1B"/>
                      </a:solidFill>
                    </a:endParaRPr>
                  </a:p>
                </p:txBody>
              </p:sp>
              <p:grpSp>
                <p:nvGrpSpPr>
                  <p:cNvPr id="84" name="Group 83">
                    <a:extLst>
                      <a:ext uri="{FF2B5EF4-FFF2-40B4-BE49-F238E27FC236}">
                        <a16:creationId xmlns:a16="http://schemas.microsoft.com/office/drawing/2014/main" id="{A5A73663-CFA7-A8F5-3BCE-7E6365C3F7FA}"/>
                      </a:ext>
                    </a:extLst>
                  </p:cNvPr>
                  <p:cNvGrpSpPr/>
                  <p:nvPr/>
                </p:nvGrpSpPr>
                <p:grpSpPr>
                  <a:xfrm>
                    <a:off x="7067151" y="95250"/>
                    <a:ext cx="2271375" cy="838200"/>
                    <a:chOff x="7067151" y="95250"/>
                    <a:chExt cx="2271375" cy="838200"/>
                  </a:xfrm>
                </p:grpSpPr>
                <p:sp>
                  <p:nvSpPr>
                    <p:cNvPr id="85" name="TextBox 61">
                      <a:extLst>
                        <a:ext uri="{FF2B5EF4-FFF2-40B4-BE49-F238E27FC236}">
                          <a16:creationId xmlns:a16="http://schemas.microsoft.com/office/drawing/2014/main" id="{6BB146DD-0468-17BA-E8FB-0567EB88F17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134114" y="95250"/>
                      <a:ext cx="1524000" cy="336550"/>
                    </a:xfrm>
                    <a:prstGeom prst="rect">
                      <a:avLst/>
                    </a:prstGeom>
                    <a:noFill/>
                    <a:ln w="9525" cmpd="sng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dk1"/>
                    </a:fontRef>
                  </p:style>
                  <p:txBody>
                    <a:bodyPr wrap="square" rtlCol="0" anchor="t"/>
                    <a:lstStyle>
                      <a:lvl1pPr marL="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fld id="{E04957A3-6CA6-4091-9971-703D2AD0BCB9}" type="TxLink">
                        <a:rPr lang="en-US" sz="1800" b="0" i="0" u="none" strike="noStrike">
                          <a:solidFill>
                            <a:srgbClr val="092C1B"/>
                          </a:solidFill>
                          <a:latin typeface="Aptos Narrow"/>
                        </a:rPr>
                        <a:pPr/>
                        <a:t>Profit_Margin</a:t>
                      </a:fld>
                      <a:endParaRPr lang="en-US" sz="1800" dirty="0">
                        <a:solidFill>
                          <a:srgbClr val="092C1B"/>
                        </a:solidFill>
                      </a:endParaRPr>
                    </a:p>
                  </p:txBody>
                </p:sp>
                <p:sp>
                  <p:nvSpPr>
                    <p:cNvPr id="86" name="TextBox 62">
                      <a:extLst>
                        <a:ext uri="{FF2B5EF4-FFF2-40B4-BE49-F238E27FC236}">
                          <a16:creationId xmlns:a16="http://schemas.microsoft.com/office/drawing/2014/main" id="{26AE0664-83D8-2A75-3BBF-AB9D627E613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134114" y="342900"/>
                      <a:ext cx="1212850" cy="355600"/>
                    </a:xfrm>
                    <a:prstGeom prst="rect">
                      <a:avLst/>
                    </a:prstGeom>
                    <a:noFill/>
                    <a:ln w="9525" cmpd="sng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dk1"/>
                    </a:fontRef>
                  </p:style>
                  <p:txBody>
                    <a:bodyPr wrap="square" rtlCol="0" anchor="t"/>
                    <a:lstStyle>
                      <a:lvl1pPr marL="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fld id="{4D4D944A-74A7-4784-B544-174286BA934D}" type="TxLink">
                        <a:rPr lang="en-US" sz="2400" b="0" i="0" u="none" strike="noStrike">
                          <a:solidFill>
                            <a:srgbClr val="000000"/>
                          </a:solidFill>
                          <a:latin typeface="Aptos Narrow"/>
                        </a:rPr>
                        <a:pPr/>
                        <a:t>12%</a:t>
                      </a:fld>
                      <a:endParaRPr lang="en-US" sz="49600" b="0" i="0" u="none" strike="noStrike" dirty="0">
                        <a:solidFill>
                          <a:srgbClr val="092C1B"/>
                        </a:solidFill>
                        <a:latin typeface="Aptos Narrow"/>
                      </a:endParaRPr>
                    </a:p>
                  </p:txBody>
                </p:sp>
                <p:sp>
                  <p:nvSpPr>
                    <p:cNvPr id="87" name="TextBox 63">
                      <a:extLst>
                        <a:ext uri="{FF2B5EF4-FFF2-40B4-BE49-F238E27FC236}">
                          <a16:creationId xmlns:a16="http://schemas.microsoft.com/office/drawing/2014/main" id="{8DCCE484-12A9-9671-67C7-80291BF2C6B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134114" y="660400"/>
                      <a:ext cx="869950" cy="273050"/>
                    </a:xfrm>
                    <a:prstGeom prst="rect">
                      <a:avLst/>
                    </a:prstGeom>
                    <a:noFill/>
                    <a:ln w="9525" cmpd="sng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dk1"/>
                    </a:fontRef>
                  </p:style>
                  <p:txBody>
                    <a:bodyPr wrap="square" rtlCol="0" anchor="t"/>
                    <a:lstStyle>
                      <a:lvl1pPr marL="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fld id="{CE2B4A56-50AA-4E64-AACE-B446A70E6D16}" type="TxLink">
                        <a:rPr lang="en-US" sz="1600" b="0" i="0" u="none" strike="noStrike">
                          <a:solidFill>
                            <a:srgbClr val="092C1B"/>
                          </a:solidFill>
                          <a:latin typeface="Aptos Narrow"/>
                        </a:rPr>
                        <a:pPr/>
                        <a:t>0.00%</a:t>
                      </a:fld>
                      <a:endParaRPr lang="en-US" sz="1100" b="0" i="0" u="none" strike="noStrike" dirty="0">
                        <a:solidFill>
                          <a:srgbClr val="092C1B"/>
                        </a:solidFill>
                        <a:latin typeface="Aptos Narrow"/>
                      </a:endParaRPr>
                    </a:p>
                  </p:txBody>
                </p:sp>
                <p:cxnSp>
                  <p:nvCxnSpPr>
                    <p:cNvPr id="88" name="Straight Connector 87">
                      <a:extLst>
                        <a:ext uri="{FF2B5EF4-FFF2-40B4-BE49-F238E27FC236}">
                          <a16:creationId xmlns:a16="http://schemas.microsoft.com/office/drawing/2014/main" id="{1E8E2F52-CA39-DFC6-4066-3E1AE7DFB571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7067151" y="355793"/>
                      <a:ext cx="2271375" cy="7697"/>
                    </a:xfrm>
                    <a:prstGeom prst="line">
                      <a:avLst/>
                    </a:prstGeom>
                    <a:ln w="6350">
                      <a:solidFill>
                        <a:srgbClr val="092C1B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89" name="TextBox 65">
                      <a:extLst>
                        <a:ext uri="{FF2B5EF4-FFF2-40B4-BE49-F238E27FC236}">
                          <a16:creationId xmlns:a16="http://schemas.microsoft.com/office/drawing/2014/main" id="{34602F92-720E-9D0C-3F41-A5E99D619BE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616714" y="666121"/>
                      <a:ext cx="1511159" cy="241929"/>
                    </a:xfrm>
                    <a:prstGeom prst="rect">
                      <a:avLst/>
                    </a:prstGeom>
                    <a:noFill/>
                    <a:ln w="9525" cmpd="sng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dk1"/>
                    </a:fontRef>
                  </p:style>
                  <p:txBody>
                    <a:bodyPr wrap="square" rtlCol="0" anchor="ctr"/>
                    <a:lstStyle>
                      <a:lvl1pPr marL="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indent="0">
                        <a:defRPr sz="11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lang="en-US" sz="1400" dirty="0">
                          <a:solidFill>
                            <a:srgbClr val="092C1B"/>
                          </a:solidFill>
                        </a:rPr>
                        <a:t>From Previous Year</a:t>
                      </a:r>
                    </a:p>
                  </p:txBody>
                </p:sp>
              </p:grpSp>
            </p:grpSp>
            <p:sp>
              <p:nvSpPr>
                <p:cNvPr id="82" name="Flowchart: Connector 81">
                  <a:extLst>
                    <a:ext uri="{FF2B5EF4-FFF2-40B4-BE49-F238E27FC236}">
                      <a16:creationId xmlns:a16="http://schemas.microsoft.com/office/drawing/2014/main" id="{98FE1F1A-E770-3E9B-93BA-E47EF319C9A8}"/>
                    </a:ext>
                  </a:extLst>
                </p:cNvPr>
                <p:cNvSpPr/>
                <p:nvPr/>
              </p:nvSpPr>
              <p:spPr>
                <a:xfrm>
                  <a:off x="8950213" y="70527"/>
                  <a:ext cx="291457" cy="271181"/>
                </a:xfrm>
                <a:prstGeom prst="flowChartConnector">
                  <a:avLst/>
                </a:prstGeom>
                <a:solidFill>
                  <a:srgbClr val="092C1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/>
                  <a:endParaRPr lang="en-US" sz="1100">
                    <a:solidFill>
                      <a:srgbClr val="092C1B"/>
                    </a:solidFill>
                  </a:endParaRPr>
                </a:p>
              </p:txBody>
            </p:sp>
          </p:grpSp>
        </p:grpSp>
      </p:grpSp>
      <p:grpSp>
        <p:nvGrpSpPr>
          <p:cNvPr id="212" name="Sales &amp; Profit by Region Group">
            <a:extLst>
              <a:ext uri="{FF2B5EF4-FFF2-40B4-BE49-F238E27FC236}">
                <a16:creationId xmlns:a16="http://schemas.microsoft.com/office/drawing/2014/main" id="{2D8DEC7E-3432-AC8F-9FDE-24F34DDD24F4}"/>
              </a:ext>
            </a:extLst>
          </p:cNvPr>
          <p:cNvGrpSpPr/>
          <p:nvPr/>
        </p:nvGrpSpPr>
        <p:grpSpPr>
          <a:xfrm>
            <a:off x="452951" y="1220462"/>
            <a:ext cx="11357832" cy="4838045"/>
            <a:chOff x="452951" y="1220462"/>
            <a:chExt cx="11357832" cy="4838045"/>
          </a:xfrm>
        </p:grpSpPr>
        <p:pic>
          <p:nvPicPr>
            <p:cNvPr id="168" name="Picture 167">
              <a:extLst>
                <a:ext uri="{FF2B5EF4-FFF2-40B4-BE49-F238E27FC236}">
                  <a16:creationId xmlns:a16="http://schemas.microsoft.com/office/drawing/2014/main" id="{C4F51CC5-76D1-D6F1-9950-71FC329A720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2951" y="1220462"/>
              <a:ext cx="11357832" cy="1292464"/>
            </a:xfrm>
            <a:prstGeom prst="rect">
              <a:avLst/>
            </a:prstGeom>
          </p:spPr>
        </p:pic>
        <p:pic>
          <p:nvPicPr>
            <p:cNvPr id="211" name="Picture 210">
              <a:extLst>
                <a:ext uri="{FF2B5EF4-FFF2-40B4-BE49-F238E27FC236}">
                  <a16:creationId xmlns:a16="http://schemas.microsoft.com/office/drawing/2014/main" id="{BEBA78A6-A4D1-6EF7-B610-69E40DFC9A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2951" y="2607867"/>
              <a:ext cx="6620265" cy="3450640"/>
            </a:xfrm>
            <a:prstGeom prst="rect">
              <a:avLst/>
            </a:prstGeom>
          </p:spPr>
        </p:pic>
      </p:grpSp>
      <p:grpSp>
        <p:nvGrpSpPr>
          <p:cNvPr id="301" name="Sales &amp; Profit by Category Group">
            <a:extLst>
              <a:ext uri="{FF2B5EF4-FFF2-40B4-BE49-F238E27FC236}">
                <a16:creationId xmlns:a16="http://schemas.microsoft.com/office/drawing/2014/main" id="{76C8C2D6-1B6D-6340-8C7B-BC8DAC79BBAD}"/>
              </a:ext>
            </a:extLst>
          </p:cNvPr>
          <p:cNvGrpSpPr/>
          <p:nvPr/>
        </p:nvGrpSpPr>
        <p:grpSpPr>
          <a:xfrm>
            <a:off x="440356" y="1208158"/>
            <a:ext cx="11357832" cy="4984468"/>
            <a:chOff x="440356" y="1208158"/>
            <a:chExt cx="11357832" cy="4984468"/>
          </a:xfrm>
        </p:grpSpPr>
        <p:pic>
          <p:nvPicPr>
            <p:cNvPr id="296" name="Picture 295">
              <a:extLst>
                <a:ext uri="{FF2B5EF4-FFF2-40B4-BE49-F238E27FC236}">
                  <a16:creationId xmlns:a16="http://schemas.microsoft.com/office/drawing/2014/main" id="{2C907DE2-1A52-AE7A-0E72-12A09EF404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0356" y="1208158"/>
              <a:ext cx="11357832" cy="1292464"/>
            </a:xfrm>
            <a:prstGeom prst="rect">
              <a:avLst/>
            </a:prstGeom>
          </p:spPr>
        </p:pic>
        <p:pic>
          <p:nvPicPr>
            <p:cNvPr id="300" name="Picture 299">
              <a:extLst>
                <a:ext uri="{FF2B5EF4-FFF2-40B4-BE49-F238E27FC236}">
                  <a16:creationId xmlns:a16="http://schemas.microsoft.com/office/drawing/2014/main" id="{D6D1765F-BAC8-5F5A-A208-8ECBA8CCED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58727" y="2615509"/>
              <a:ext cx="6614489" cy="3577117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4819" y="129158"/>
            <a:ext cx="829818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1D2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Performance Insights</a:t>
            </a:r>
            <a:endParaRPr lang="en-US" sz="3200" dirty="0">
              <a:solidFill>
                <a:srgbClr val="1D2C12"/>
              </a:solidFill>
            </a:endParaRPr>
          </a:p>
        </p:txBody>
      </p:sp>
      <p:sp>
        <p:nvSpPr>
          <p:cNvPr id="7" name="Text 3"/>
          <p:cNvSpPr/>
          <p:nvPr/>
        </p:nvSpPr>
        <p:spPr>
          <a:xfrm>
            <a:off x="2751582" y="43205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260" b="1" dirty="0"/>
          </a:p>
        </p:txBody>
      </p:sp>
      <p:sp>
        <p:nvSpPr>
          <p:cNvPr id="11" name="Text 7"/>
          <p:cNvSpPr/>
          <p:nvPr/>
        </p:nvSpPr>
        <p:spPr>
          <a:xfrm>
            <a:off x="4932426" y="43205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260" dirty="0"/>
          </a:p>
        </p:txBody>
      </p:sp>
      <p:sp>
        <p:nvSpPr>
          <p:cNvPr id="15" name="Text 11"/>
          <p:cNvSpPr/>
          <p:nvPr/>
        </p:nvSpPr>
        <p:spPr>
          <a:xfrm>
            <a:off x="7113270" y="43205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260" dirty="0"/>
          </a:p>
        </p:txBody>
      </p:sp>
      <p:sp>
        <p:nvSpPr>
          <p:cNvPr id="19" name="Text 15"/>
          <p:cNvSpPr/>
          <p:nvPr/>
        </p:nvSpPr>
        <p:spPr>
          <a:xfrm>
            <a:off x="9294114" y="43205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260" dirty="0"/>
          </a:p>
        </p:txBody>
      </p:sp>
      <p:sp>
        <p:nvSpPr>
          <p:cNvPr id="21" name="Text 17"/>
          <p:cNvSpPr/>
          <p:nvPr/>
        </p:nvSpPr>
        <p:spPr>
          <a:xfrm>
            <a:off x="499109" y="6103620"/>
            <a:ext cx="411480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Performance Analysis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10027920" y="5760720"/>
            <a:ext cx="27432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675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75" dirty="0"/>
          </a:p>
        </p:txBody>
      </p:sp>
      <p:grpSp>
        <p:nvGrpSpPr>
          <p:cNvPr id="104" name="Sales by Category Group">
            <a:extLst>
              <a:ext uri="{FF2B5EF4-FFF2-40B4-BE49-F238E27FC236}">
                <a16:creationId xmlns:a16="http://schemas.microsoft.com/office/drawing/2014/main" id="{B7BDF79A-CA86-867B-45FF-CA817C4AFEB3}"/>
              </a:ext>
            </a:extLst>
          </p:cNvPr>
          <p:cNvGrpSpPr/>
          <p:nvPr/>
        </p:nvGrpSpPr>
        <p:grpSpPr>
          <a:xfrm>
            <a:off x="499871" y="905256"/>
            <a:ext cx="10876883" cy="5047488"/>
            <a:chOff x="499871" y="905256"/>
            <a:chExt cx="10876883" cy="5047488"/>
          </a:xfrm>
        </p:grpSpPr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BA623521-B970-E563-9CD5-374E85B1B762}"/>
                </a:ext>
              </a:extLst>
            </p:cNvPr>
            <p:cNvGrpSpPr/>
            <p:nvPr/>
          </p:nvGrpSpPr>
          <p:grpSpPr>
            <a:xfrm>
              <a:off x="499872" y="4238244"/>
              <a:ext cx="10876882" cy="1714500"/>
              <a:chOff x="499872" y="4238244"/>
              <a:chExt cx="10876882" cy="1714500"/>
            </a:xfrm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B0F5F0D2-76D2-8951-E81C-771EC57B5540}"/>
                  </a:ext>
                </a:extLst>
              </p:cNvPr>
              <p:cNvGrpSpPr/>
              <p:nvPr/>
            </p:nvGrpSpPr>
            <p:grpSpPr>
              <a:xfrm>
                <a:off x="499872" y="4238244"/>
                <a:ext cx="2435352" cy="1714500"/>
                <a:chOff x="1935480" y="4183380"/>
                <a:chExt cx="2043684" cy="1371600"/>
              </a:xfrm>
            </p:grpSpPr>
            <p:sp>
              <p:nvSpPr>
                <p:cNvPr id="5" name="Shape 1"/>
                <p:cNvSpPr/>
                <p:nvPr/>
              </p:nvSpPr>
              <p:spPr>
                <a:xfrm>
                  <a:off x="1935480" y="4183380"/>
                  <a:ext cx="2043684" cy="1371600"/>
                </a:xfrm>
                <a:prstGeom prst="roundRect">
                  <a:avLst>
                    <a:gd name="adj" fmla="val 5000"/>
                  </a:avLst>
                </a:prstGeom>
                <a:solidFill>
                  <a:srgbClr val="FFFFFF"/>
                </a:solidFill>
                <a:ln/>
                <a:effectLst>
                  <a:outerShdw blurRad="76200" dist="25400" dir="5400000" algn="bl" rotWithShape="0">
                    <a:srgbClr val="1E2761">
                      <a:alpha val="10000"/>
                    </a:srgbClr>
                  </a:outerShdw>
                </a:effectLst>
              </p:spPr>
            </p:sp>
            <p:sp>
              <p:nvSpPr>
                <p:cNvPr id="6" name="Shape 2"/>
                <p:cNvSpPr/>
                <p:nvPr/>
              </p:nvSpPr>
              <p:spPr>
                <a:xfrm>
                  <a:off x="2751582" y="4320540"/>
                  <a:ext cx="411480" cy="411480"/>
                </a:xfrm>
                <a:prstGeom prst="ellipse">
                  <a:avLst/>
                </a:prstGeom>
                <a:solidFill>
                  <a:schemeClr val="accent6">
                    <a:lumMod val="50000"/>
                  </a:schemeClr>
                </a:solidFill>
                <a:ln/>
              </p:spPr>
              <p:txBody>
                <a:bodyPr/>
                <a:lstStyle/>
                <a:p>
                  <a:r>
                    <a:rPr lang="en-US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▣</a:t>
                  </a:r>
                  <a:endParaRPr lang="en-US" b="1" dirty="0"/>
                </a:p>
                <a:p>
                  <a:endParaRPr lang="en-US" dirty="0"/>
                </a:p>
              </p:txBody>
            </p:sp>
            <p:sp>
              <p:nvSpPr>
                <p:cNvPr id="8" name="Text 4"/>
                <p:cNvSpPr/>
                <p:nvPr/>
              </p:nvSpPr>
              <p:spPr>
                <a:xfrm>
                  <a:off x="2058924" y="4800600"/>
                  <a:ext cx="1796796" cy="6858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t"/>
                <a:lstStyle/>
                <a:p>
                  <a:pPr algn="ctr">
                    <a:lnSpc>
                      <a:spcPct val="115000"/>
                    </a:lnSpc>
                  </a:pPr>
                  <a:r>
                    <a:rPr lang="en-US" sz="1400" dirty="0">
                      <a:solidFill>
                        <a:srgbClr val="1D2C12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Technology has the highest category sales.</a:t>
                  </a:r>
                  <a:endParaRPr lang="en-US" sz="1400" dirty="0">
                    <a:solidFill>
                      <a:srgbClr val="1D2C12"/>
                    </a:solidFill>
                  </a:endParaRPr>
                </a:p>
              </p:txBody>
            </p:sp>
          </p:grp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51BA2160-4B99-8242-3F34-A4F46EEF777C}"/>
                  </a:ext>
                </a:extLst>
              </p:cNvPr>
              <p:cNvGrpSpPr/>
              <p:nvPr/>
            </p:nvGrpSpPr>
            <p:grpSpPr>
              <a:xfrm>
                <a:off x="3222129" y="4238244"/>
                <a:ext cx="2423408" cy="1714500"/>
                <a:chOff x="4116324" y="4183380"/>
                <a:chExt cx="2043684" cy="1371600"/>
              </a:xfrm>
            </p:grpSpPr>
            <p:sp>
              <p:nvSpPr>
                <p:cNvPr id="9" name="Shape 5"/>
                <p:cNvSpPr/>
                <p:nvPr/>
              </p:nvSpPr>
              <p:spPr>
                <a:xfrm>
                  <a:off x="4116324" y="4183380"/>
                  <a:ext cx="2043684" cy="1371600"/>
                </a:xfrm>
                <a:prstGeom prst="roundRect">
                  <a:avLst>
                    <a:gd name="adj" fmla="val 5000"/>
                  </a:avLst>
                </a:prstGeom>
                <a:solidFill>
                  <a:srgbClr val="FFFFFF"/>
                </a:solidFill>
                <a:ln/>
                <a:effectLst>
                  <a:outerShdw blurRad="76200" dist="25400" dir="5400000" algn="bl" rotWithShape="0">
                    <a:srgbClr val="1E2761">
                      <a:alpha val="10000"/>
                    </a:srgbClr>
                  </a:outerShdw>
                </a:effectLst>
              </p:spPr>
            </p:sp>
            <p:sp>
              <p:nvSpPr>
                <p:cNvPr id="10" name="Shape 6"/>
                <p:cNvSpPr/>
                <p:nvPr/>
              </p:nvSpPr>
              <p:spPr>
                <a:xfrm>
                  <a:off x="4932427" y="4320540"/>
                  <a:ext cx="411480" cy="411480"/>
                </a:xfrm>
                <a:prstGeom prst="ellipse">
                  <a:avLst/>
                </a:prstGeom>
                <a:solidFill>
                  <a:schemeClr val="accent6">
                    <a:lumMod val="50000"/>
                  </a:schemeClr>
                </a:solidFill>
                <a:ln/>
              </p:spPr>
              <p:txBody>
                <a:bodyPr/>
                <a:lstStyle/>
                <a:p>
                  <a:r>
                    <a:rPr lang="en-US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$</a:t>
                  </a:r>
                  <a:endParaRPr lang="en-US" dirty="0"/>
                </a:p>
                <a:p>
                  <a:endParaRPr lang="en-US" dirty="0"/>
                </a:p>
              </p:txBody>
            </p:sp>
            <p:sp>
              <p:nvSpPr>
                <p:cNvPr id="12" name="Text 8"/>
                <p:cNvSpPr/>
                <p:nvPr/>
              </p:nvSpPr>
              <p:spPr>
                <a:xfrm>
                  <a:off x="4239768" y="4800600"/>
                  <a:ext cx="1796796" cy="6858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t"/>
                <a:lstStyle/>
                <a:p>
                  <a:pPr algn="ctr">
                    <a:lnSpc>
                      <a:spcPct val="115000"/>
                    </a:lnSpc>
                  </a:pPr>
                  <a:r>
                    <a:rPr lang="en-US" sz="1400" dirty="0">
                      <a:solidFill>
                        <a:srgbClr val="1D2C12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Copiers is the most profitable sub-category.</a:t>
                  </a:r>
                  <a:endParaRPr lang="en-US" sz="1400" dirty="0">
                    <a:solidFill>
                      <a:srgbClr val="1D2C12"/>
                    </a:solidFill>
                  </a:endParaRPr>
                </a:p>
              </p:txBody>
            </p:sp>
          </p:grp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055C363C-47E6-5DE9-F5E8-95936FC11209}"/>
                  </a:ext>
                </a:extLst>
              </p:cNvPr>
              <p:cNvGrpSpPr/>
              <p:nvPr/>
            </p:nvGrpSpPr>
            <p:grpSpPr>
              <a:xfrm>
                <a:off x="5932442" y="4238244"/>
                <a:ext cx="2578703" cy="1714500"/>
                <a:chOff x="6297168" y="4183380"/>
                <a:chExt cx="2043684" cy="1371600"/>
              </a:xfrm>
            </p:grpSpPr>
            <p:sp>
              <p:nvSpPr>
                <p:cNvPr id="13" name="Shape 9"/>
                <p:cNvSpPr/>
                <p:nvPr/>
              </p:nvSpPr>
              <p:spPr>
                <a:xfrm>
                  <a:off x="6297168" y="4183380"/>
                  <a:ext cx="2043684" cy="1371600"/>
                </a:xfrm>
                <a:prstGeom prst="roundRect">
                  <a:avLst>
                    <a:gd name="adj" fmla="val 5000"/>
                  </a:avLst>
                </a:prstGeom>
                <a:solidFill>
                  <a:srgbClr val="FFFFFF"/>
                </a:solidFill>
                <a:ln/>
                <a:effectLst>
                  <a:outerShdw blurRad="76200" dist="25400" dir="5400000" algn="bl" rotWithShape="0">
                    <a:srgbClr val="1E2761">
                      <a:alpha val="10000"/>
                    </a:srgbClr>
                  </a:outerShdw>
                </a:effectLst>
              </p:spPr>
            </p:sp>
            <p:sp>
              <p:nvSpPr>
                <p:cNvPr id="14" name="Shape 10"/>
                <p:cNvSpPr/>
                <p:nvPr/>
              </p:nvSpPr>
              <p:spPr>
                <a:xfrm>
                  <a:off x="7113270" y="4320540"/>
                  <a:ext cx="411480" cy="411480"/>
                </a:xfrm>
                <a:prstGeom prst="ellipse">
                  <a:avLst/>
                </a:prstGeom>
                <a:solidFill>
                  <a:srgbClr val="C0392B"/>
                </a:solidFill>
                <a:ln/>
              </p:spPr>
              <p:txBody>
                <a:bodyPr/>
                <a:lstStyle/>
                <a:p>
                  <a:r>
                    <a:rPr lang="en-US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 !</a:t>
                  </a:r>
                  <a:endParaRPr lang="en-US" dirty="0"/>
                </a:p>
                <a:p>
                  <a:endParaRPr lang="en-US" dirty="0"/>
                </a:p>
              </p:txBody>
            </p:sp>
            <p:sp>
              <p:nvSpPr>
                <p:cNvPr id="16" name="Text 12"/>
                <p:cNvSpPr/>
                <p:nvPr/>
              </p:nvSpPr>
              <p:spPr>
                <a:xfrm>
                  <a:off x="6420612" y="4800600"/>
                  <a:ext cx="1796796" cy="6858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t"/>
                <a:lstStyle/>
                <a:p>
                  <a:pPr algn="ctr">
                    <a:lnSpc>
                      <a:spcPct val="115000"/>
                    </a:lnSpc>
                  </a:pPr>
                  <a:r>
                    <a:rPr lang="en-US" sz="1400" dirty="0">
                      <a:solidFill>
                        <a:srgbClr val="1D2C12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Tables records a loss of $17,725.</a:t>
                  </a:r>
                  <a:endParaRPr lang="en-US" sz="1400" dirty="0">
                    <a:solidFill>
                      <a:srgbClr val="1D2C12"/>
                    </a:solidFill>
                  </a:endParaRPr>
                </a:p>
              </p:txBody>
            </p: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E31C664C-4EA4-185D-8FF6-6EFB6E3AA725}"/>
                  </a:ext>
                </a:extLst>
              </p:cNvPr>
              <p:cNvGrpSpPr/>
              <p:nvPr/>
            </p:nvGrpSpPr>
            <p:grpSpPr>
              <a:xfrm>
                <a:off x="8798051" y="4238244"/>
                <a:ext cx="2578703" cy="1714500"/>
                <a:chOff x="8478012" y="4183380"/>
                <a:chExt cx="2043684" cy="1371600"/>
              </a:xfrm>
            </p:grpSpPr>
            <p:sp>
              <p:nvSpPr>
                <p:cNvPr id="17" name="Shape 13"/>
                <p:cNvSpPr/>
                <p:nvPr/>
              </p:nvSpPr>
              <p:spPr>
                <a:xfrm>
                  <a:off x="8478012" y="4183380"/>
                  <a:ext cx="2043684" cy="1371600"/>
                </a:xfrm>
                <a:prstGeom prst="roundRect">
                  <a:avLst>
                    <a:gd name="adj" fmla="val 5000"/>
                  </a:avLst>
                </a:prstGeom>
                <a:solidFill>
                  <a:srgbClr val="FFFFFF"/>
                </a:solidFill>
                <a:ln/>
                <a:effectLst>
                  <a:outerShdw blurRad="76200" dist="25400" dir="5400000" algn="bl" rotWithShape="0">
                    <a:srgbClr val="1E2761">
                      <a:alpha val="10000"/>
                    </a:srgbClr>
                  </a:outerShdw>
                </a:effectLst>
              </p:spPr>
            </p:sp>
            <p:sp>
              <p:nvSpPr>
                <p:cNvPr id="18" name="Shape 14"/>
                <p:cNvSpPr/>
                <p:nvPr/>
              </p:nvSpPr>
              <p:spPr>
                <a:xfrm>
                  <a:off x="9294114" y="4320540"/>
                  <a:ext cx="411480" cy="411480"/>
                </a:xfrm>
                <a:prstGeom prst="ellipse">
                  <a:avLst/>
                </a:prstGeom>
                <a:solidFill>
                  <a:srgbClr val="C0392B"/>
                </a:solidFill>
                <a:ln/>
              </p:spPr>
              <p:txBody>
                <a:bodyPr/>
                <a:lstStyle/>
                <a:p>
                  <a:r>
                    <a:rPr lang="en-US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%</a:t>
                  </a:r>
                  <a:endParaRPr lang="en-US" dirty="0"/>
                </a:p>
                <a:p>
                  <a:endParaRPr lang="en-US" dirty="0"/>
                </a:p>
              </p:txBody>
            </p:sp>
            <p:sp>
              <p:nvSpPr>
                <p:cNvPr id="20" name="Text 16"/>
                <p:cNvSpPr/>
                <p:nvPr/>
              </p:nvSpPr>
              <p:spPr>
                <a:xfrm>
                  <a:off x="8601456" y="4800600"/>
                  <a:ext cx="1796796" cy="6858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t"/>
                <a:lstStyle/>
                <a:p>
                  <a:pPr algn="ctr">
                    <a:lnSpc>
                      <a:spcPct val="115000"/>
                    </a:lnSpc>
                  </a:pPr>
                  <a:r>
                    <a:rPr lang="en-US" sz="1400" dirty="0">
                      <a:solidFill>
                        <a:srgbClr val="1D2C12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Higher discount levels are linked with falling profit and losses.</a:t>
                  </a:r>
                  <a:endParaRPr lang="en-US" sz="1400" dirty="0">
                    <a:solidFill>
                      <a:srgbClr val="1D2C12"/>
                    </a:solidFill>
                  </a:endParaRPr>
                </a:p>
              </p:txBody>
            </p:sp>
          </p:grpSp>
        </p:grp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9EEA19F0-4008-9E20-BCBA-ACE001FF8C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9871" y="905256"/>
              <a:ext cx="5299463" cy="3044952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BAC3F3DF-0D0F-1E75-48C5-FC9872D9EC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32442" y="905256"/>
              <a:ext cx="5444312" cy="3039224"/>
            </a:xfrm>
            <a:prstGeom prst="rect">
              <a:avLst/>
            </a:prstGeom>
          </p:spPr>
        </p:pic>
      </p:grpSp>
      <p:grpSp>
        <p:nvGrpSpPr>
          <p:cNvPr id="103" name="Least Profitable Sub-category roup">
            <a:extLst>
              <a:ext uri="{FF2B5EF4-FFF2-40B4-BE49-F238E27FC236}">
                <a16:creationId xmlns:a16="http://schemas.microsoft.com/office/drawing/2014/main" id="{9DA9D0DE-93E7-8B5D-26C1-8C2396C48FF9}"/>
              </a:ext>
            </a:extLst>
          </p:cNvPr>
          <p:cNvGrpSpPr/>
          <p:nvPr/>
        </p:nvGrpSpPr>
        <p:grpSpPr>
          <a:xfrm>
            <a:off x="493239" y="905256"/>
            <a:ext cx="10882753" cy="5041761"/>
            <a:chOff x="493239" y="905256"/>
            <a:chExt cx="10882753" cy="5041761"/>
          </a:xfrm>
        </p:grpSpPr>
        <p:grpSp>
          <p:nvGrpSpPr>
            <p:cNvPr id="84" name="Least profitable sub-category Group">
              <a:extLst>
                <a:ext uri="{FF2B5EF4-FFF2-40B4-BE49-F238E27FC236}">
                  <a16:creationId xmlns:a16="http://schemas.microsoft.com/office/drawing/2014/main" id="{719AEFF2-41AF-62BD-3936-4421A2496C14}"/>
                </a:ext>
              </a:extLst>
            </p:cNvPr>
            <p:cNvGrpSpPr/>
            <p:nvPr/>
          </p:nvGrpSpPr>
          <p:grpSpPr>
            <a:xfrm>
              <a:off x="499109" y="905256"/>
              <a:ext cx="10876883" cy="3044951"/>
              <a:chOff x="499109" y="905256"/>
              <a:chExt cx="10876883" cy="3044951"/>
            </a:xfrm>
          </p:grpSpPr>
          <p:pic>
            <p:nvPicPr>
              <p:cNvPr id="79" name="Picture 78">
                <a:extLst>
                  <a:ext uri="{FF2B5EF4-FFF2-40B4-BE49-F238E27FC236}">
                    <a16:creationId xmlns:a16="http://schemas.microsoft.com/office/drawing/2014/main" id="{D86CAC6C-4043-96FF-056F-87F072D885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31680" y="910983"/>
                <a:ext cx="5444312" cy="3039224"/>
              </a:xfrm>
              <a:prstGeom prst="rect">
                <a:avLst/>
              </a:prstGeom>
            </p:spPr>
          </p:pic>
          <p:pic>
            <p:nvPicPr>
              <p:cNvPr id="81" name="Picture 80">
                <a:extLst>
                  <a:ext uri="{FF2B5EF4-FFF2-40B4-BE49-F238E27FC236}">
                    <a16:creationId xmlns:a16="http://schemas.microsoft.com/office/drawing/2014/main" id="{26029FA3-8237-03B2-89DF-CF69A1F791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9109" y="905256"/>
                <a:ext cx="5299463" cy="3039224"/>
              </a:xfrm>
              <a:prstGeom prst="rect">
                <a:avLst/>
              </a:prstGeom>
            </p:spPr>
          </p:pic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3220000E-45BD-7E54-95E5-F8D56EF732EB}"/>
                </a:ext>
              </a:extLst>
            </p:cNvPr>
            <p:cNvGrpSpPr/>
            <p:nvPr/>
          </p:nvGrpSpPr>
          <p:grpSpPr>
            <a:xfrm>
              <a:off x="493239" y="4232517"/>
              <a:ext cx="10876882" cy="1714500"/>
              <a:chOff x="499872" y="4238244"/>
              <a:chExt cx="10876882" cy="1714500"/>
            </a:xfrm>
          </p:grpSpPr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7859EC06-EEE3-0D3B-6CC7-FA61983D199C}"/>
                  </a:ext>
                </a:extLst>
              </p:cNvPr>
              <p:cNvGrpSpPr/>
              <p:nvPr/>
            </p:nvGrpSpPr>
            <p:grpSpPr>
              <a:xfrm>
                <a:off x="499872" y="4238244"/>
                <a:ext cx="2435352" cy="1714500"/>
                <a:chOff x="1935480" y="4183380"/>
                <a:chExt cx="2043684" cy="1371600"/>
              </a:xfrm>
            </p:grpSpPr>
            <p:sp>
              <p:nvSpPr>
                <p:cNvPr id="100" name="Shape 1">
                  <a:extLst>
                    <a:ext uri="{FF2B5EF4-FFF2-40B4-BE49-F238E27FC236}">
                      <a16:creationId xmlns:a16="http://schemas.microsoft.com/office/drawing/2014/main" id="{4E362CFD-EF45-3F53-B3C8-7F9DFCFB3466}"/>
                    </a:ext>
                  </a:extLst>
                </p:cNvPr>
                <p:cNvSpPr/>
                <p:nvPr/>
              </p:nvSpPr>
              <p:spPr>
                <a:xfrm>
                  <a:off x="1935480" y="4183380"/>
                  <a:ext cx="2043684" cy="1371600"/>
                </a:xfrm>
                <a:prstGeom prst="roundRect">
                  <a:avLst>
                    <a:gd name="adj" fmla="val 5000"/>
                  </a:avLst>
                </a:prstGeom>
                <a:solidFill>
                  <a:srgbClr val="FFFFFF"/>
                </a:solidFill>
                <a:ln/>
                <a:effectLst>
                  <a:outerShdw blurRad="76200" dist="25400" dir="5400000" algn="bl" rotWithShape="0">
                    <a:srgbClr val="1E2761">
                      <a:alpha val="10000"/>
                    </a:srgbClr>
                  </a:outerShdw>
                </a:effectLst>
              </p:spPr>
            </p:sp>
            <p:sp>
              <p:nvSpPr>
                <p:cNvPr id="101" name="Shape 2">
                  <a:extLst>
                    <a:ext uri="{FF2B5EF4-FFF2-40B4-BE49-F238E27FC236}">
                      <a16:creationId xmlns:a16="http://schemas.microsoft.com/office/drawing/2014/main" id="{4E845627-37ED-34C5-A5E3-90F99056228B}"/>
                    </a:ext>
                  </a:extLst>
                </p:cNvPr>
                <p:cNvSpPr/>
                <p:nvPr/>
              </p:nvSpPr>
              <p:spPr>
                <a:xfrm>
                  <a:off x="2751582" y="4320540"/>
                  <a:ext cx="411480" cy="411480"/>
                </a:xfrm>
                <a:prstGeom prst="ellipse">
                  <a:avLst/>
                </a:prstGeom>
                <a:solidFill>
                  <a:schemeClr val="accent6">
                    <a:lumMod val="50000"/>
                  </a:schemeClr>
                </a:solidFill>
                <a:ln/>
              </p:spPr>
              <p:txBody>
                <a:bodyPr/>
                <a:lstStyle/>
                <a:p>
                  <a:r>
                    <a:rPr lang="en-US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▣</a:t>
                  </a:r>
                  <a:endParaRPr lang="en-US" b="1" dirty="0"/>
                </a:p>
                <a:p>
                  <a:endParaRPr lang="en-US" dirty="0"/>
                </a:p>
              </p:txBody>
            </p:sp>
            <p:sp>
              <p:nvSpPr>
                <p:cNvPr id="102" name="Text 4">
                  <a:extLst>
                    <a:ext uri="{FF2B5EF4-FFF2-40B4-BE49-F238E27FC236}">
                      <a16:creationId xmlns:a16="http://schemas.microsoft.com/office/drawing/2014/main" id="{E1A92128-270F-1439-0A8A-A39761250C39}"/>
                    </a:ext>
                  </a:extLst>
                </p:cNvPr>
                <p:cNvSpPr/>
                <p:nvPr/>
              </p:nvSpPr>
              <p:spPr>
                <a:xfrm>
                  <a:off x="2058924" y="4800600"/>
                  <a:ext cx="1796796" cy="6858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t"/>
                <a:lstStyle/>
                <a:p>
                  <a:pPr algn="ctr">
                    <a:lnSpc>
                      <a:spcPct val="115000"/>
                    </a:lnSpc>
                  </a:pPr>
                  <a:r>
                    <a:rPr lang="en-US" sz="1400" dirty="0">
                      <a:solidFill>
                        <a:srgbClr val="1D2C12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Technology has the highest category sales.</a:t>
                  </a:r>
                  <a:endParaRPr lang="en-US" sz="1400" dirty="0">
                    <a:solidFill>
                      <a:srgbClr val="1D2C12"/>
                    </a:solidFill>
                  </a:endParaRPr>
                </a:p>
              </p:txBody>
            </p:sp>
          </p:grpSp>
          <p:grpSp>
            <p:nvGrpSpPr>
              <p:cNvPr id="88" name="Group 87">
                <a:extLst>
                  <a:ext uri="{FF2B5EF4-FFF2-40B4-BE49-F238E27FC236}">
                    <a16:creationId xmlns:a16="http://schemas.microsoft.com/office/drawing/2014/main" id="{EF92E262-E163-D9D4-B8FC-C913EA693F5B}"/>
                  </a:ext>
                </a:extLst>
              </p:cNvPr>
              <p:cNvGrpSpPr/>
              <p:nvPr/>
            </p:nvGrpSpPr>
            <p:grpSpPr>
              <a:xfrm>
                <a:off x="3222129" y="4238244"/>
                <a:ext cx="2423408" cy="1714500"/>
                <a:chOff x="4116324" y="4183380"/>
                <a:chExt cx="2043684" cy="1371600"/>
              </a:xfrm>
            </p:grpSpPr>
            <p:sp>
              <p:nvSpPr>
                <p:cNvPr id="97" name="Shape 5">
                  <a:extLst>
                    <a:ext uri="{FF2B5EF4-FFF2-40B4-BE49-F238E27FC236}">
                      <a16:creationId xmlns:a16="http://schemas.microsoft.com/office/drawing/2014/main" id="{52CDBA96-16CD-6C3B-C8D8-D19F6053894D}"/>
                    </a:ext>
                  </a:extLst>
                </p:cNvPr>
                <p:cNvSpPr/>
                <p:nvPr/>
              </p:nvSpPr>
              <p:spPr>
                <a:xfrm>
                  <a:off x="4116324" y="4183380"/>
                  <a:ext cx="2043684" cy="1371600"/>
                </a:xfrm>
                <a:prstGeom prst="roundRect">
                  <a:avLst>
                    <a:gd name="adj" fmla="val 5000"/>
                  </a:avLst>
                </a:prstGeom>
                <a:solidFill>
                  <a:srgbClr val="FFFFFF"/>
                </a:solidFill>
                <a:ln/>
                <a:effectLst>
                  <a:outerShdw blurRad="76200" dist="25400" dir="5400000" algn="bl" rotWithShape="0">
                    <a:srgbClr val="1E2761">
                      <a:alpha val="10000"/>
                    </a:srgbClr>
                  </a:outerShdw>
                </a:effectLst>
              </p:spPr>
            </p:sp>
            <p:sp>
              <p:nvSpPr>
                <p:cNvPr id="98" name="Shape 6">
                  <a:extLst>
                    <a:ext uri="{FF2B5EF4-FFF2-40B4-BE49-F238E27FC236}">
                      <a16:creationId xmlns:a16="http://schemas.microsoft.com/office/drawing/2014/main" id="{41285658-DC8D-06C0-FAFC-927457D95CE2}"/>
                    </a:ext>
                  </a:extLst>
                </p:cNvPr>
                <p:cNvSpPr/>
                <p:nvPr/>
              </p:nvSpPr>
              <p:spPr>
                <a:xfrm>
                  <a:off x="4932427" y="4320540"/>
                  <a:ext cx="411480" cy="411480"/>
                </a:xfrm>
                <a:prstGeom prst="ellipse">
                  <a:avLst/>
                </a:prstGeom>
                <a:solidFill>
                  <a:schemeClr val="accent6">
                    <a:lumMod val="50000"/>
                  </a:schemeClr>
                </a:solidFill>
                <a:ln/>
              </p:spPr>
              <p:txBody>
                <a:bodyPr/>
                <a:lstStyle/>
                <a:p>
                  <a:r>
                    <a:rPr lang="en-US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$</a:t>
                  </a:r>
                  <a:endParaRPr lang="en-US" dirty="0"/>
                </a:p>
                <a:p>
                  <a:endParaRPr lang="en-US" dirty="0"/>
                </a:p>
              </p:txBody>
            </p:sp>
            <p:sp>
              <p:nvSpPr>
                <p:cNvPr id="99" name="Text 8">
                  <a:extLst>
                    <a:ext uri="{FF2B5EF4-FFF2-40B4-BE49-F238E27FC236}">
                      <a16:creationId xmlns:a16="http://schemas.microsoft.com/office/drawing/2014/main" id="{9817AA58-A481-D061-CD40-7A8F78CA0D93}"/>
                    </a:ext>
                  </a:extLst>
                </p:cNvPr>
                <p:cNvSpPr/>
                <p:nvPr/>
              </p:nvSpPr>
              <p:spPr>
                <a:xfrm>
                  <a:off x="4239768" y="4800600"/>
                  <a:ext cx="1796796" cy="6858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t"/>
                <a:lstStyle/>
                <a:p>
                  <a:pPr algn="ctr">
                    <a:lnSpc>
                      <a:spcPct val="115000"/>
                    </a:lnSpc>
                  </a:pPr>
                  <a:r>
                    <a:rPr lang="en-US" sz="1400" dirty="0">
                      <a:solidFill>
                        <a:srgbClr val="1D2C12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Copiers is the most profitable sub-category.</a:t>
                  </a:r>
                  <a:endParaRPr lang="en-US" sz="1400" dirty="0">
                    <a:solidFill>
                      <a:srgbClr val="1D2C12"/>
                    </a:solidFill>
                  </a:endParaRPr>
                </a:p>
              </p:txBody>
            </p:sp>
          </p:grpSp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D8426210-E3AD-B6CC-F211-A49765CD26A8}"/>
                  </a:ext>
                </a:extLst>
              </p:cNvPr>
              <p:cNvGrpSpPr/>
              <p:nvPr/>
            </p:nvGrpSpPr>
            <p:grpSpPr>
              <a:xfrm>
                <a:off x="5932442" y="4238244"/>
                <a:ext cx="2578703" cy="1714500"/>
                <a:chOff x="6297168" y="4183380"/>
                <a:chExt cx="2043684" cy="1371600"/>
              </a:xfrm>
            </p:grpSpPr>
            <p:sp>
              <p:nvSpPr>
                <p:cNvPr id="94" name="Shape 9">
                  <a:extLst>
                    <a:ext uri="{FF2B5EF4-FFF2-40B4-BE49-F238E27FC236}">
                      <a16:creationId xmlns:a16="http://schemas.microsoft.com/office/drawing/2014/main" id="{49891161-8814-DD78-92DB-0748DB967FD1}"/>
                    </a:ext>
                  </a:extLst>
                </p:cNvPr>
                <p:cNvSpPr/>
                <p:nvPr/>
              </p:nvSpPr>
              <p:spPr>
                <a:xfrm>
                  <a:off x="6297168" y="4183380"/>
                  <a:ext cx="2043684" cy="1371600"/>
                </a:xfrm>
                <a:prstGeom prst="roundRect">
                  <a:avLst>
                    <a:gd name="adj" fmla="val 5000"/>
                  </a:avLst>
                </a:prstGeom>
                <a:solidFill>
                  <a:srgbClr val="FFFFFF"/>
                </a:solidFill>
                <a:ln/>
                <a:effectLst>
                  <a:outerShdw blurRad="76200" dist="25400" dir="5400000" algn="bl" rotWithShape="0">
                    <a:srgbClr val="1E2761">
                      <a:alpha val="10000"/>
                    </a:srgbClr>
                  </a:outerShdw>
                </a:effectLst>
              </p:spPr>
            </p:sp>
            <p:sp>
              <p:nvSpPr>
                <p:cNvPr id="95" name="Shape 10">
                  <a:extLst>
                    <a:ext uri="{FF2B5EF4-FFF2-40B4-BE49-F238E27FC236}">
                      <a16:creationId xmlns:a16="http://schemas.microsoft.com/office/drawing/2014/main" id="{F5223FC3-9734-4BD2-E1B2-716FA5DE3B41}"/>
                    </a:ext>
                  </a:extLst>
                </p:cNvPr>
                <p:cNvSpPr/>
                <p:nvPr/>
              </p:nvSpPr>
              <p:spPr>
                <a:xfrm>
                  <a:off x="7113270" y="4320540"/>
                  <a:ext cx="411480" cy="411480"/>
                </a:xfrm>
                <a:prstGeom prst="ellipse">
                  <a:avLst/>
                </a:prstGeom>
                <a:solidFill>
                  <a:srgbClr val="C0392B"/>
                </a:solidFill>
                <a:ln/>
              </p:spPr>
              <p:txBody>
                <a:bodyPr/>
                <a:lstStyle/>
                <a:p>
                  <a:r>
                    <a:rPr lang="en-US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 !</a:t>
                  </a:r>
                  <a:endParaRPr lang="en-US" dirty="0"/>
                </a:p>
                <a:p>
                  <a:endParaRPr lang="en-US" dirty="0"/>
                </a:p>
              </p:txBody>
            </p:sp>
            <p:sp>
              <p:nvSpPr>
                <p:cNvPr id="96" name="Text 12">
                  <a:extLst>
                    <a:ext uri="{FF2B5EF4-FFF2-40B4-BE49-F238E27FC236}">
                      <a16:creationId xmlns:a16="http://schemas.microsoft.com/office/drawing/2014/main" id="{2CB12D44-105E-5E6E-18A4-62A6F9B213D9}"/>
                    </a:ext>
                  </a:extLst>
                </p:cNvPr>
                <p:cNvSpPr/>
                <p:nvPr/>
              </p:nvSpPr>
              <p:spPr>
                <a:xfrm>
                  <a:off x="6420612" y="4800600"/>
                  <a:ext cx="1796796" cy="6858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t"/>
                <a:lstStyle/>
                <a:p>
                  <a:pPr algn="ctr">
                    <a:lnSpc>
                      <a:spcPct val="115000"/>
                    </a:lnSpc>
                  </a:pPr>
                  <a:r>
                    <a:rPr lang="en-US" sz="1400" dirty="0">
                      <a:solidFill>
                        <a:srgbClr val="1D2C12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Tables records a loss of $17,725.</a:t>
                  </a:r>
                  <a:endParaRPr lang="en-US" sz="1400" dirty="0">
                    <a:solidFill>
                      <a:srgbClr val="1D2C12"/>
                    </a:solidFill>
                  </a:endParaRPr>
                </a:p>
              </p:txBody>
            </p:sp>
          </p:grpSp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6A337081-D13D-50CC-2826-9E9C42CAFA54}"/>
                  </a:ext>
                </a:extLst>
              </p:cNvPr>
              <p:cNvGrpSpPr/>
              <p:nvPr/>
            </p:nvGrpSpPr>
            <p:grpSpPr>
              <a:xfrm>
                <a:off x="8798051" y="4238244"/>
                <a:ext cx="2578703" cy="1714500"/>
                <a:chOff x="8478012" y="4183380"/>
                <a:chExt cx="2043684" cy="1371600"/>
              </a:xfrm>
            </p:grpSpPr>
            <p:sp>
              <p:nvSpPr>
                <p:cNvPr id="91" name="Shape 13">
                  <a:extLst>
                    <a:ext uri="{FF2B5EF4-FFF2-40B4-BE49-F238E27FC236}">
                      <a16:creationId xmlns:a16="http://schemas.microsoft.com/office/drawing/2014/main" id="{E7C4707E-E645-B940-8A7A-38C4F77673C0}"/>
                    </a:ext>
                  </a:extLst>
                </p:cNvPr>
                <p:cNvSpPr/>
                <p:nvPr/>
              </p:nvSpPr>
              <p:spPr>
                <a:xfrm>
                  <a:off x="8478012" y="4183380"/>
                  <a:ext cx="2043684" cy="1371600"/>
                </a:xfrm>
                <a:prstGeom prst="roundRect">
                  <a:avLst>
                    <a:gd name="adj" fmla="val 5000"/>
                  </a:avLst>
                </a:prstGeom>
                <a:solidFill>
                  <a:srgbClr val="FFFFFF"/>
                </a:solidFill>
                <a:ln/>
                <a:effectLst>
                  <a:outerShdw blurRad="76200" dist="25400" dir="5400000" algn="bl" rotWithShape="0">
                    <a:srgbClr val="1E2761">
                      <a:alpha val="10000"/>
                    </a:srgbClr>
                  </a:outerShdw>
                </a:effectLst>
              </p:spPr>
            </p:sp>
            <p:sp>
              <p:nvSpPr>
                <p:cNvPr id="92" name="Shape 14">
                  <a:extLst>
                    <a:ext uri="{FF2B5EF4-FFF2-40B4-BE49-F238E27FC236}">
                      <a16:creationId xmlns:a16="http://schemas.microsoft.com/office/drawing/2014/main" id="{D3A29B5F-B300-66DE-F7F8-A0CEC99619AB}"/>
                    </a:ext>
                  </a:extLst>
                </p:cNvPr>
                <p:cNvSpPr/>
                <p:nvPr/>
              </p:nvSpPr>
              <p:spPr>
                <a:xfrm>
                  <a:off x="9294114" y="4320540"/>
                  <a:ext cx="411480" cy="411480"/>
                </a:xfrm>
                <a:prstGeom prst="ellipse">
                  <a:avLst/>
                </a:prstGeom>
                <a:solidFill>
                  <a:srgbClr val="C0392B"/>
                </a:solidFill>
                <a:ln/>
              </p:spPr>
              <p:txBody>
                <a:bodyPr/>
                <a:lstStyle/>
                <a:p>
                  <a:r>
                    <a:rPr lang="en-US" b="1" dirty="0">
                      <a:solidFill>
                        <a:srgbClr val="FFFFFF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%</a:t>
                  </a:r>
                  <a:endParaRPr lang="en-US" dirty="0"/>
                </a:p>
                <a:p>
                  <a:endParaRPr lang="en-US" dirty="0"/>
                </a:p>
              </p:txBody>
            </p:sp>
            <p:sp>
              <p:nvSpPr>
                <p:cNvPr id="93" name="Text 16">
                  <a:extLst>
                    <a:ext uri="{FF2B5EF4-FFF2-40B4-BE49-F238E27FC236}">
                      <a16:creationId xmlns:a16="http://schemas.microsoft.com/office/drawing/2014/main" id="{DF7F4751-C663-45ED-F703-6E2BBCE52279}"/>
                    </a:ext>
                  </a:extLst>
                </p:cNvPr>
                <p:cNvSpPr/>
                <p:nvPr/>
              </p:nvSpPr>
              <p:spPr>
                <a:xfrm>
                  <a:off x="8601456" y="4800600"/>
                  <a:ext cx="1796796" cy="68580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t"/>
                <a:lstStyle/>
                <a:p>
                  <a:pPr algn="ctr">
                    <a:lnSpc>
                      <a:spcPct val="115000"/>
                    </a:lnSpc>
                  </a:pPr>
                  <a:r>
                    <a:rPr lang="en-US" sz="1400" dirty="0">
                      <a:solidFill>
                        <a:srgbClr val="1D2C12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Higher discount levels are linked with falling profit and losses.</a:t>
                  </a:r>
                  <a:endParaRPr lang="en-US" sz="1400" dirty="0">
                    <a:solidFill>
                      <a:srgbClr val="1D2C12"/>
                    </a:solidFill>
                  </a:endParaRPr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4152" y="425196"/>
            <a:ext cx="829818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1D2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Performance Insights</a:t>
            </a:r>
            <a:endParaRPr lang="en-US" sz="3600" dirty="0">
              <a:solidFill>
                <a:srgbClr val="1D2C12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3B3FC5B-B794-F66D-A93B-EF6D050F885B}"/>
              </a:ext>
            </a:extLst>
          </p:cNvPr>
          <p:cNvGrpSpPr/>
          <p:nvPr/>
        </p:nvGrpSpPr>
        <p:grpSpPr>
          <a:xfrm>
            <a:off x="5969508" y="2811498"/>
            <a:ext cx="5289804" cy="1305268"/>
            <a:chOff x="5969508" y="3007492"/>
            <a:chExt cx="5289804" cy="113098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DABA2F3B-ADA0-C2CC-136F-09991FDBB456}"/>
                </a:ext>
              </a:extLst>
            </p:cNvPr>
            <p:cNvGrpSpPr/>
            <p:nvPr/>
          </p:nvGrpSpPr>
          <p:grpSpPr>
            <a:xfrm>
              <a:off x="5969508" y="3007492"/>
              <a:ext cx="5289804" cy="1130980"/>
              <a:chOff x="5844540" y="3291840"/>
              <a:chExt cx="4389120" cy="994410"/>
            </a:xfrm>
          </p:grpSpPr>
          <p:sp>
            <p:nvSpPr>
              <p:cNvPr id="10" name="Shape 7"/>
              <p:cNvSpPr/>
              <p:nvPr/>
            </p:nvSpPr>
            <p:spPr>
              <a:xfrm>
                <a:off x="5844540" y="3291840"/>
                <a:ext cx="4389120" cy="994410"/>
              </a:xfrm>
              <a:prstGeom prst="roundRect">
                <a:avLst>
                  <a:gd name="adj" fmla="val 6897"/>
                </a:avLst>
              </a:prstGeom>
              <a:solidFill>
                <a:srgbClr val="FFFFFF"/>
              </a:solidFill>
              <a:ln/>
              <a:effectLst>
                <a:outerShdw blurRad="76200" dist="25400" dir="5400000" algn="bl" rotWithShape="0">
                  <a:srgbClr val="1E2761">
                    <a:alpha val="10000"/>
                  </a:srgbClr>
                </a:outerShdw>
              </a:effectLst>
            </p:spPr>
          </p:sp>
          <p:sp>
            <p:nvSpPr>
              <p:cNvPr id="11" name="Shape 8"/>
              <p:cNvSpPr/>
              <p:nvPr/>
            </p:nvSpPr>
            <p:spPr>
              <a:xfrm>
                <a:off x="6015990" y="3442716"/>
                <a:ext cx="685800" cy="685800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/>
            </p:spPr>
          </p:sp>
          <p:sp>
            <p:nvSpPr>
              <p:cNvPr id="13" name="Text 10"/>
              <p:cNvSpPr/>
              <p:nvPr/>
            </p:nvSpPr>
            <p:spPr>
              <a:xfrm>
                <a:off x="6838950" y="3394710"/>
                <a:ext cx="3223260" cy="2057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r>
                  <a:rPr lang="en-US" sz="1400" b="1" kern="0" spc="75" dirty="0">
                    <a:solidFill>
                      <a:srgbClr val="1D2C1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MOST PROFITABLE CUSTOMER</a:t>
                </a:r>
                <a:endParaRPr lang="en-US" sz="1400" dirty="0">
                  <a:solidFill>
                    <a:srgbClr val="1D2C12"/>
                  </a:solidFill>
                </a:endParaRPr>
              </a:p>
            </p:txBody>
          </p:sp>
          <p:sp>
            <p:nvSpPr>
              <p:cNvPr id="14" name="Text 11"/>
              <p:cNvSpPr/>
              <p:nvPr/>
            </p:nvSpPr>
            <p:spPr>
              <a:xfrm>
                <a:off x="6838950" y="3600450"/>
                <a:ext cx="3223260" cy="3429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Tamara Chand</a:t>
                </a:r>
                <a:endParaRPr lang="en-US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5" name="Text 12"/>
              <p:cNvSpPr/>
              <p:nvPr/>
            </p:nvSpPr>
            <p:spPr>
              <a:xfrm>
                <a:off x="6838950" y="3943350"/>
                <a:ext cx="3223260" cy="24003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r>
                  <a:rPr lang="en-US" sz="1200" i="1" dirty="0">
                    <a:solidFill>
                      <a:srgbClr val="1D2C1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Highest total profit contribution</a:t>
                </a:r>
                <a:endParaRPr lang="en-US" sz="1200" dirty="0">
                  <a:solidFill>
                    <a:srgbClr val="1D2C12"/>
                  </a:solidFill>
                </a:endParaRPr>
              </a:p>
            </p:txBody>
          </p:sp>
        </p:grpSp>
        <p:sp>
          <p:nvSpPr>
            <p:cNvPr id="12" name="Text 9"/>
            <p:cNvSpPr/>
            <p:nvPr/>
          </p:nvSpPr>
          <p:spPr>
            <a:xfrm>
              <a:off x="6230674" y="3282977"/>
              <a:ext cx="717466" cy="54930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</a:t>
              </a:r>
              <a:endParaRPr lang="en-US" sz="2100" dirty="0"/>
            </a:p>
          </p:txBody>
        </p:sp>
      </p:grpSp>
      <p:sp>
        <p:nvSpPr>
          <p:cNvPr id="18" name="Text 15"/>
          <p:cNvSpPr/>
          <p:nvPr/>
        </p:nvSpPr>
        <p:spPr>
          <a:xfrm>
            <a:off x="2106930" y="4766310"/>
            <a:ext cx="61722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890" dirty="0"/>
          </a:p>
        </p:txBody>
      </p:sp>
      <p:sp>
        <p:nvSpPr>
          <p:cNvPr id="20" name="Text 17"/>
          <p:cNvSpPr/>
          <p:nvPr/>
        </p:nvSpPr>
        <p:spPr>
          <a:xfrm>
            <a:off x="454152" y="5966460"/>
            <a:ext cx="470306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Performance Analysis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0027920" y="5760720"/>
            <a:ext cx="27432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675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675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BBADB74-00B7-9FF0-1DD8-955EA0AE5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579" y="1282446"/>
            <a:ext cx="5001838" cy="2900934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3FA6AB16-E449-55A6-33AD-DC9694796F0A}"/>
              </a:ext>
            </a:extLst>
          </p:cNvPr>
          <p:cNvGrpSpPr/>
          <p:nvPr/>
        </p:nvGrpSpPr>
        <p:grpSpPr>
          <a:xfrm>
            <a:off x="5932170" y="1284683"/>
            <a:ext cx="5327142" cy="1391788"/>
            <a:chOff x="5932170" y="1284683"/>
            <a:chExt cx="5327142" cy="1257300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D3E57B39-D600-B13C-872F-3DBD076CCE82}"/>
                </a:ext>
              </a:extLst>
            </p:cNvPr>
            <p:cNvGrpSpPr/>
            <p:nvPr/>
          </p:nvGrpSpPr>
          <p:grpSpPr>
            <a:xfrm>
              <a:off x="5932170" y="1284683"/>
              <a:ext cx="5327142" cy="1257300"/>
              <a:chOff x="5844540" y="2194560"/>
              <a:chExt cx="4389120" cy="994410"/>
            </a:xfrm>
          </p:grpSpPr>
          <p:sp>
            <p:nvSpPr>
              <p:cNvPr id="4" name="Shape 1"/>
              <p:cNvSpPr/>
              <p:nvPr/>
            </p:nvSpPr>
            <p:spPr>
              <a:xfrm>
                <a:off x="5844540" y="2194560"/>
                <a:ext cx="4389120" cy="994410"/>
              </a:xfrm>
              <a:prstGeom prst="roundRect">
                <a:avLst>
                  <a:gd name="adj" fmla="val 6897"/>
                </a:avLst>
              </a:prstGeom>
              <a:solidFill>
                <a:srgbClr val="FFFFFF"/>
              </a:solidFill>
              <a:ln/>
              <a:effectLst>
                <a:outerShdw blurRad="76200" dist="25400" dir="5400000" algn="bl" rotWithShape="0">
                  <a:srgbClr val="1E2761">
                    <a:alpha val="10000"/>
                  </a:srgbClr>
                </a:outerShdw>
              </a:effectLst>
            </p:spPr>
          </p:sp>
          <p:sp>
            <p:nvSpPr>
              <p:cNvPr id="5" name="Shape 2"/>
              <p:cNvSpPr/>
              <p:nvPr/>
            </p:nvSpPr>
            <p:spPr>
              <a:xfrm>
                <a:off x="6015990" y="2345436"/>
                <a:ext cx="685800" cy="685800"/>
              </a:xfrm>
              <a:prstGeom prst="ellipse">
                <a:avLst/>
              </a:prstGeom>
              <a:solidFill>
                <a:srgbClr val="1E2761"/>
              </a:solidFill>
              <a:ln/>
            </p:spPr>
            <p:txBody>
              <a:bodyPr/>
              <a:lstStyle/>
              <a:p>
                <a:r>
                  <a:rPr lang="en-US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endParaRPr lang="en-US" dirty="0"/>
              </a:p>
            </p:txBody>
          </p:sp>
          <p:sp>
            <p:nvSpPr>
              <p:cNvPr id="7" name="Text 4"/>
              <p:cNvSpPr/>
              <p:nvPr/>
            </p:nvSpPr>
            <p:spPr>
              <a:xfrm>
                <a:off x="6838950" y="2297430"/>
                <a:ext cx="3223260" cy="2057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r>
                  <a:rPr lang="en-US" sz="1200" b="1" kern="0" spc="75" dirty="0">
                    <a:solidFill>
                      <a:srgbClr val="1D2C1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TOP CUSTOMER BY SALES</a:t>
                </a:r>
                <a:endParaRPr lang="en-US" sz="1200" dirty="0">
                  <a:solidFill>
                    <a:srgbClr val="1D2C12"/>
                  </a:solidFill>
                </a:endParaRPr>
              </a:p>
            </p:txBody>
          </p:sp>
          <p:sp>
            <p:nvSpPr>
              <p:cNvPr id="8" name="Text 5"/>
              <p:cNvSpPr/>
              <p:nvPr/>
            </p:nvSpPr>
            <p:spPr>
              <a:xfrm>
                <a:off x="6838950" y="2503170"/>
                <a:ext cx="3223260" cy="3429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r>
                  <a:rPr lang="en-US" b="1" dirty="0">
                    <a:solidFill>
                      <a:srgbClr val="1D2C12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Sean Miller</a:t>
                </a:r>
                <a:endParaRPr lang="en-US" dirty="0">
                  <a:solidFill>
                    <a:srgbClr val="1D2C12"/>
                  </a:solidFill>
                </a:endParaRPr>
              </a:p>
            </p:txBody>
          </p:sp>
          <p:sp>
            <p:nvSpPr>
              <p:cNvPr id="9" name="Text 6"/>
              <p:cNvSpPr/>
              <p:nvPr/>
            </p:nvSpPr>
            <p:spPr>
              <a:xfrm>
                <a:off x="6838950" y="2846070"/>
                <a:ext cx="3223260" cy="24003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r>
                  <a:rPr lang="en-US" sz="1200" i="1" dirty="0">
                    <a:solidFill>
                      <a:srgbClr val="1D2C1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Highest total sales among all customers</a:t>
                </a:r>
                <a:endParaRPr lang="en-US" sz="1200" dirty="0">
                  <a:solidFill>
                    <a:srgbClr val="1D2C12"/>
                  </a:solidFill>
                </a:endParaRPr>
              </a:p>
            </p:txBody>
          </p:sp>
        </p:grpSp>
        <p:sp>
          <p:nvSpPr>
            <p:cNvPr id="6" name="Text 3"/>
            <p:cNvSpPr/>
            <p:nvPr/>
          </p:nvSpPr>
          <p:spPr>
            <a:xfrm>
              <a:off x="6213544" y="1848812"/>
              <a:ext cx="685800" cy="4335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🏆</a:t>
              </a:r>
              <a:endParaRPr lang="en-US" sz="2100" dirty="0"/>
            </a:p>
            <a:p>
              <a:pPr algn="ctr"/>
              <a:endParaRPr lang="en-US" sz="2100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20E1AB3-1A3C-6596-C5BC-FC66E125D38B}"/>
              </a:ext>
            </a:extLst>
          </p:cNvPr>
          <p:cNvGrpSpPr/>
          <p:nvPr/>
        </p:nvGrpSpPr>
        <p:grpSpPr>
          <a:xfrm>
            <a:off x="454152" y="4652329"/>
            <a:ext cx="10805160" cy="1131570"/>
            <a:chOff x="454152" y="4652329"/>
            <a:chExt cx="10805160" cy="1131570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59D9FD54-9C61-7965-1792-D51E99EC9422}"/>
                </a:ext>
              </a:extLst>
            </p:cNvPr>
            <p:cNvGrpSpPr/>
            <p:nvPr/>
          </p:nvGrpSpPr>
          <p:grpSpPr>
            <a:xfrm>
              <a:off x="454152" y="4652329"/>
              <a:ext cx="10805160" cy="1131570"/>
              <a:chOff x="1935480" y="4663440"/>
              <a:chExt cx="8298180" cy="822960"/>
            </a:xfrm>
          </p:grpSpPr>
          <p:sp>
            <p:nvSpPr>
              <p:cNvPr id="16" name="Shape 13"/>
              <p:cNvSpPr/>
              <p:nvPr/>
            </p:nvSpPr>
            <p:spPr>
              <a:xfrm>
                <a:off x="1935480" y="4663440"/>
                <a:ext cx="8298180" cy="822960"/>
              </a:xfrm>
              <a:prstGeom prst="roundRect">
                <a:avLst>
                  <a:gd name="adj" fmla="val 8333"/>
                </a:avLst>
              </a:prstGeom>
              <a:solidFill>
                <a:srgbClr val="1D2C12"/>
              </a:solidFill>
              <a:ln/>
            </p:spPr>
          </p:sp>
          <p:sp>
            <p:nvSpPr>
              <p:cNvPr id="17" name="Shape 14"/>
              <p:cNvSpPr/>
              <p:nvPr/>
            </p:nvSpPr>
            <p:spPr>
              <a:xfrm>
                <a:off x="2106930" y="4766310"/>
                <a:ext cx="617220" cy="617220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9" name="Text 16"/>
              <p:cNvSpPr/>
              <p:nvPr/>
            </p:nvSpPr>
            <p:spPr>
              <a:xfrm>
                <a:off x="2895600" y="4663440"/>
                <a:ext cx="7338060" cy="8229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>
                  <a:lnSpc>
                    <a:spcPct val="120000"/>
                  </a:lnSpc>
                </a:pPr>
                <a:r>
                  <a:rPr lang="en-US" sz="1600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Most customers place between </a:t>
                </a:r>
                <a:r>
                  <a:rPr lang="en-US" sz="1600" b="1" dirty="0">
                    <a:solidFill>
                      <a:srgbClr val="CADCF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7 and 13 orders</a:t>
                </a:r>
                <a:r>
                  <a:rPr lang="en-US" sz="1600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— a healthy, repeat-purchase pattern across the customer base.</a:t>
                </a:r>
                <a:endParaRPr lang="en-US" sz="1600" dirty="0"/>
              </a:p>
            </p:txBody>
          </p:sp>
        </p:grpSp>
        <p:sp>
          <p:nvSpPr>
            <p:cNvPr id="31" name="Text 9">
              <a:extLst>
                <a:ext uri="{FF2B5EF4-FFF2-40B4-BE49-F238E27FC236}">
                  <a16:creationId xmlns:a16="http://schemas.microsoft.com/office/drawing/2014/main" id="{BE4D6B4A-8F56-D603-3D82-AA3D0C8614EF}"/>
                </a:ext>
              </a:extLst>
            </p:cNvPr>
            <p:cNvSpPr/>
            <p:nvPr/>
          </p:nvSpPr>
          <p:spPr>
            <a:xfrm>
              <a:off x="720511" y="5099780"/>
              <a:ext cx="717466" cy="63395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◎</a:t>
              </a:r>
              <a:endParaRPr lang="en-US" sz="2400" dirty="0"/>
            </a:p>
            <a:p>
              <a:pPr algn="ctr"/>
              <a:endParaRPr lang="en-US" sz="2100"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1040" y="471552"/>
            <a:ext cx="8298180" cy="56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1D2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Performance Insights</a:t>
            </a:r>
            <a:endParaRPr lang="en-US" sz="3200" dirty="0">
              <a:solidFill>
                <a:srgbClr val="1D2C1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228DD64-F8E3-44D2-3161-E07F16A23F06}"/>
              </a:ext>
            </a:extLst>
          </p:cNvPr>
          <p:cNvGrpSpPr/>
          <p:nvPr/>
        </p:nvGrpSpPr>
        <p:grpSpPr>
          <a:xfrm>
            <a:off x="872490" y="1543049"/>
            <a:ext cx="2492502" cy="1776317"/>
            <a:chOff x="1935480" y="2194560"/>
            <a:chExt cx="1988820" cy="1165860"/>
          </a:xfrm>
        </p:grpSpPr>
        <p:sp>
          <p:nvSpPr>
            <p:cNvPr id="3" name="Shape 1"/>
            <p:cNvSpPr/>
            <p:nvPr/>
          </p:nvSpPr>
          <p:spPr>
            <a:xfrm>
              <a:off x="1935480" y="2194560"/>
              <a:ext cx="1988820" cy="1165860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/>
            <a:effectLst>
              <a:outerShdw blurRad="76200" dist="25400" dir="5400000" algn="bl" rotWithShape="0">
                <a:srgbClr val="1E2761">
                  <a:alpha val="10000"/>
                </a:srgbClr>
              </a:outerShdw>
            </a:effectLst>
          </p:spPr>
        </p:sp>
        <p:sp>
          <p:nvSpPr>
            <p:cNvPr id="4" name="Text 2"/>
            <p:cNvSpPr/>
            <p:nvPr/>
          </p:nvSpPr>
          <p:spPr>
            <a:xfrm>
              <a:off x="1935480" y="2297430"/>
              <a:ext cx="1988820" cy="3429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2800" dirty="0">
                  <a:solidFill>
                    <a:srgbClr val="1D2C12"/>
                  </a:solidFill>
                </a:rPr>
                <a:t>🚚</a:t>
              </a:r>
            </a:p>
          </p:txBody>
        </p:sp>
        <p:sp>
          <p:nvSpPr>
            <p:cNvPr id="5" name="Text 3"/>
            <p:cNvSpPr/>
            <p:nvPr/>
          </p:nvSpPr>
          <p:spPr>
            <a:xfrm>
              <a:off x="1935480" y="2606040"/>
              <a:ext cx="1988820" cy="37719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2800" b="1" dirty="0">
                  <a:solidFill>
                    <a:srgbClr val="1D2C12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4 days</a:t>
              </a:r>
              <a:endParaRPr lang="en-US" sz="2800" dirty="0">
                <a:solidFill>
                  <a:srgbClr val="1D2C12"/>
                </a:solidFill>
              </a:endParaRPr>
            </a:p>
          </p:txBody>
        </p:sp>
        <p:sp>
          <p:nvSpPr>
            <p:cNvPr id="6" name="Text 4"/>
            <p:cNvSpPr/>
            <p:nvPr/>
          </p:nvSpPr>
          <p:spPr>
            <a:xfrm>
              <a:off x="1935480" y="3017520"/>
              <a:ext cx="19888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600" b="1" kern="0" spc="38" dirty="0">
                  <a:solidFill>
                    <a:srgbClr val="1D2C1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AVG. SHIPPING TIME</a:t>
              </a:r>
              <a:endParaRPr lang="en-US" sz="1600" dirty="0">
                <a:solidFill>
                  <a:srgbClr val="1D2C12"/>
                </a:solidFill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E5DD22C-5721-47F2-2F85-077C809DE276}"/>
              </a:ext>
            </a:extLst>
          </p:cNvPr>
          <p:cNvGrpSpPr/>
          <p:nvPr/>
        </p:nvGrpSpPr>
        <p:grpSpPr>
          <a:xfrm>
            <a:off x="3479037" y="1565238"/>
            <a:ext cx="2388365" cy="1754129"/>
            <a:chOff x="4061460" y="2194560"/>
            <a:chExt cx="1988820" cy="1165860"/>
          </a:xfrm>
        </p:grpSpPr>
        <p:sp>
          <p:nvSpPr>
            <p:cNvPr id="7" name="Shape 5"/>
            <p:cNvSpPr/>
            <p:nvPr/>
          </p:nvSpPr>
          <p:spPr>
            <a:xfrm>
              <a:off x="4061460" y="2194560"/>
              <a:ext cx="1988820" cy="1165860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/>
            <a:effectLst>
              <a:outerShdw blurRad="76200" dist="25400" dir="5400000" algn="bl" rotWithShape="0">
                <a:srgbClr val="1E2761">
                  <a:alpha val="10000"/>
                </a:srgbClr>
              </a:outerShdw>
            </a:effectLst>
          </p:spPr>
        </p:sp>
        <p:sp>
          <p:nvSpPr>
            <p:cNvPr id="8" name="Text 6"/>
            <p:cNvSpPr/>
            <p:nvPr/>
          </p:nvSpPr>
          <p:spPr>
            <a:xfrm>
              <a:off x="4061460" y="2297430"/>
              <a:ext cx="1988820" cy="3429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2800" dirty="0">
                  <a:solidFill>
                    <a:srgbClr val="000000"/>
                  </a:solidFill>
                </a:rPr>
                <a:t>↺</a:t>
              </a:r>
              <a:endParaRPr lang="en-US" sz="28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4061460" y="2606040"/>
              <a:ext cx="1988820" cy="37719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2800" b="1" dirty="0">
                  <a:solidFill>
                    <a:srgbClr val="C0392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8%</a:t>
              </a:r>
              <a:endParaRPr lang="en-US" sz="28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4061460" y="3017520"/>
              <a:ext cx="19888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600" b="1" kern="0" spc="38" dirty="0">
                  <a:solidFill>
                    <a:srgbClr val="1D2C1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RETURN RATE</a:t>
              </a:r>
              <a:endParaRPr lang="en-US" sz="1600" dirty="0">
                <a:solidFill>
                  <a:srgbClr val="1D2C12"/>
                </a:solidFill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D461081-7096-83C3-14B8-F574687C07F0}"/>
              </a:ext>
            </a:extLst>
          </p:cNvPr>
          <p:cNvGrpSpPr/>
          <p:nvPr/>
        </p:nvGrpSpPr>
        <p:grpSpPr>
          <a:xfrm>
            <a:off x="6256019" y="3808981"/>
            <a:ext cx="4759433" cy="2095149"/>
            <a:chOff x="6324600" y="4080510"/>
            <a:chExt cx="3909060" cy="1611630"/>
          </a:xfrm>
        </p:grpSpPr>
        <p:sp>
          <p:nvSpPr>
            <p:cNvPr id="14" name="Shape 10"/>
            <p:cNvSpPr/>
            <p:nvPr/>
          </p:nvSpPr>
          <p:spPr>
            <a:xfrm>
              <a:off x="6324600" y="4080510"/>
              <a:ext cx="3909060" cy="1611630"/>
            </a:xfrm>
            <a:prstGeom prst="roundRect">
              <a:avLst>
                <a:gd name="adj" fmla="val 4545"/>
              </a:avLst>
            </a:prstGeom>
            <a:solidFill>
              <a:srgbClr val="1D2C12"/>
            </a:solidFill>
            <a:ln/>
          </p:spPr>
        </p:sp>
        <p:sp>
          <p:nvSpPr>
            <p:cNvPr id="15" name="Text 11"/>
            <p:cNvSpPr/>
            <p:nvPr/>
          </p:nvSpPr>
          <p:spPr>
            <a:xfrm>
              <a:off x="6530340" y="4266057"/>
              <a:ext cx="3497580" cy="2057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b="1" kern="0" spc="113" dirty="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KEY FINDINGS</a:t>
              </a:r>
              <a:endParaRPr lang="en-US" dirty="0"/>
            </a:p>
          </p:txBody>
        </p:sp>
        <p:sp>
          <p:nvSpPr>
            <p:cNvPr id="16" name="Text 12"/>
            <p:cNvSpPr/>
            <p:nvPr/>
          </p:nvSpPr>
          <p:spPr>
            <a:xfrm>
              <a:off x="6529822" y="4518823"/>
              <a:ext cx="3497580" cy="1063003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133350" indent="-133350">
                <a:lnSpc>
                  <a:spcPct val="120000"/>
                </a:lnSpc>
                <a:spcAft>
                  <a:spcPts val="750"/>
                </a:spcAft>
                <a:buSzPct val="100000"/>
                <a:buChar char="▸"/>
              </a:pPr>
              <a:r>
                <a:rPr lang="en-US" sz="16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Standard Class generates the highest sales and profit.</a:t>
              </a:r>
              <a:endParaRPr lang="en-US" sz="1600" dirty="0"/>
            </a:p>
            <a:p>
              <a:pPr marL="133350" indent="-133350">
                <a:lnSpc>
                  <a:spcPct val="120000"/>
                </a:lnSpc>
                <a:spcAft>
                  <a:spcPts val="750"/>
                </a:spcAft>
                <a:buSzPct val="100000"/>
                <a:buChar char="▸"/>
              </a:pPr>
              <a:r>
                <a:rPr lang="en-US" sz="16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Returned orders generate far less sales and profit than non-returned orders.</a:t>
              </a:r>
              <a:endParaRPr lang="en-US" sz="1600" dirty="0"/>
            </a:p>
          </p:txBody>
        </p:sp>
      </p:grpSp>
      <p:sp>
        <p:nvSpPr>
          <p:cNvPr id="17" name="Text 13"/>
          <p:cNvSpPr/>
          <p:nvPr/>
        </p:nvSpPr>
        <p:spPr>
          <a:xfrm>
            <a:off x="1008040" y="6120421"/>
            <a:ext cx="4114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Performance Analysis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0027920" y="5760720"/>
            <a:ext cx="27432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675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675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B7CB745-0D85-4ABB-8FC6-C54E9F1FE503}"/>
              </a:ext>
            </a:extLst>
          </p:cNvPr>
          <p:cNvGrpSpPr/>
          <p:nvPr/>
        </p:nvGrpSpPr>
        <p:grpSpPr>
          <a:xfrm>
            <a:off x="6254757" y="1543049"/>
            <a:ext cx="4772907" cy="2051464"/>
            <a:chOff x="-1" y="0"/>
            <a:chExt cx="4564748" cy="1542631"/>
          </a:xfrm>
          <a:noFill/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9036ED78-40E4-5C01-BFC3-D37469FAFE25}"/>
                </a:ext>
              </a:extLst>
            </p:cNvPr>
            <p:cNvSpPr/>
            <p:nvPr/>
          </p:nvSpPr>
          <p:spPr>
            <a:xfrm>
              <a:off x="17512" y="18631"/>
              <a:ext cx="4547235" cy="1524000"/>
            </a:xfrm>
            <a:prstGeom prst="roundRect">
              <a:avLst>
                <a:gd name="adj" fmla="val 579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/>
            </a:p>
          </p:txBody>
        </p:sp>
        <p:graphicFrame>
          <p:nvGraphicFramePr>
            <p:cNvPr id="23" name="Chart 22">
              <a:extLst>
                <a:ext uri="{FF2B5EF4-FFF2-40B4-BE49-F238E27FC236}">
                  <a16:creationId xmlns:a16="http://schemas.microsoft.com/office/drawing/2014/main" id="{8A2119C9-8F57-F247-0282-C4418D8F0DB4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473425933"/>
                </p:ext>
              </p:extLst>
            </p:nvPr>
          </p:nvGraphicFramePr>
          <p:xfrm>
            <a:off x="-1" y="0"/>
            <a:ext cx="4553070" cy="151282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CF292FE-4741-47A1-B931-44F50EF2EC44}"/>
              </a:ext>
            </a:extLst>
          </p:cNvPr>
          <p:cNvGrpSpPr/>
          <p:nvPr/>
        </p:nvGrpSpPr>
        <p:grpSpPr>
          <a:xfrm>
            <a:off x="937133" y="3665363"/>
            <a:ext cx="4860163" cy="2314802"/>
            <a:chOff x="0" y="0"/>
            <a:chExt cx="4352544" cy="1739900"/>
          </a:xfrm>
          <a:noFill/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842483C2-40C7-42A8-E011-18E36B64FE4B}"/>
                </a:ext>
              </a:extLst>
            </p:cNvPr>
            <p:cNvSpPr/>
            <p:nvPr/>
          </p:nvSpPr>
          <p:spPr>
            <a:xfrm>
              <a:off x="0" y="0"/>
              <a:ext cx="4352544" cy="1739900"/>
            </a:xfrm>
            <a:prstGeom prst="roundRect">
              <a:avLst>
                <a:gd name="adj" fmla="val 579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/>
            </a:p>
          </p:txBody>
        </p:sp>
        <p:graphicFrame>
          <p:nvGraphicFramePr>
            <p:cNvPr id="26" name="Chart 25">
              <a:extLst>
                <a:ext uri="{FF2B5EF4-FFF2-40B4-BE49-F238E27FC236}">
                  <a16:creationId xmlns:a16="http://schemas.microsoft.com/office/drawing/2014/main" id="{D825C405-ACDB-A0B8-77AD-57A736BFEC95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726826706"/>
                </p:ext>
              </p:extLst>
            </p:nvPr>
          </p:nvGraphicFramePr>
          <p:xfrm>
            <a:off x="63501" y="107950"/>
            <a:ext cx="4178300" cy="15748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0536" y="411480"/>
            <a:ext cx="829818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1D2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600" dirty="0">
              <a:solidFill>
                <a:srgbClr val="1D2C12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240536" y="1028700"/>
            <a:ext cx="82981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dirty="0">
                <a:solidFill>
                  <a:srgbClr val="1D2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derived directly from the analysis findings</a:t>
            </a:r>
            <a:endParaRPr lang="en-US" sz="1600" dirty="0">
              <a:solidFill>
                <a:srgbClr val="1D2C12"/>
              </a:solidFill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B988174-2B14-8D1F-B7A3-9488C93BC77C}"/>
              </a:ext>
            </a:extLst>
          </p:cNvPr>
          <p:cNvGrpSpPr/>
          <p:nvPr/>
        </p:nvGrpSpPr>
        <p:grpSpPr>
          <a:xfrm>
            <a:off x="1240536" y="1671066"/>
            <a:ext cx="4080510" cy="1028700"/>
            <a:chOff x="1935480" y="2228850"/>
            <a:chExt cx="4080510" cy="1028700"/>
          </a:xfrm>
        </p:grpSpPr>
        <p:sp>
          <p:nvSpPr>
            <p:cNvPr id="4" name="Shape 2"/>
            <p:cNvSpPr/>
            <p:nvPr/>
          </p:nvSpPr>
          <p:spPr>
            <a:xfrm>
              <a:off x="1935480" y="2228850"/>
              <a:ext cx="4080510" cy="10287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/>
            <a:effectLst>
              <a:outerShdw blurRad="76200" dist="25400" dir="5400000" algn="bl" rotWithShape="0">
                <a:srgbClr val="1E2761">
                  <a:alpha val="10000"/>
                </a:srgbClr>
              </a:outerShdw>
            </a:effectLst>
          </p:spPr>
        </p:sp>
        <p:sp>
          <p:nvSpPr>
            <p:cNvPr id="5" name="Shape 3"/>
            <p:cNvSpPr/>
            <p:nvPr/>
          </p:nvSpPr>
          <p:spPr>
            <a:xfrm>
              <a:off x="2106930" y="2503170"/>
              <a:ext cx="480060" cy="480060"/>
            </a:xfrm>
            <a:prstGeom prst="ellipse">
              <a:avLst/>
            </a:prstGeom>
            <a:solidFill>
              <a:srgbClr val="1D2C12"/>
            </a:solidFill>
            <a:ln/>
          </p:spPr>
        </p:sp>
        <p:sp>
          <p:nvSpPr>
            <p:cNvPr id="6" name="Text 4"/>
            <p:cNvSpPr/>
            <p:nvPr/>
          </p:nvSpPr>
          <p:spPr>
            <a:xfrm>
              <a:off x="2122170" y="2486025"/>
              <a:ext cx="480060" cy="4800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47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</a:t>
              </a:r>
              <a:endParaRPr lang="en-US" sz="147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2724150" y="2331720"/>
              <a:ext cx="315468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>
                <a:lnSpc>
                  <a:spcPct val="120000"/>
                </a:lnSpc>
              </a:pPr>
              <a:r>
                <a:rPr lang="en-US" sz="1400" dirty="0">
                  <a:solidFill>
                    <a:srgbClr val="1D2C1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Review discounts above 20%, especially on low-margin products.</a:t>
              </a:r>
              <a:endParaRPr lang="en-US" sz="1400" dirty="0">
                <a:solidFill>
                  <a:srgbClr val="1D2C12"/>
                </a:solidFill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16D218F-1301-82CE-7CBE-D1918D184F60}"/>
              </a:ext>
            </a:extLst>
          </p:cNvPr>
          <p:cNvGrpSpPr/>
          <p:nvPr/>
        </p:nvGrpSpPr>
        <p:grpSpPr>
          <a:xfrm>
            <a:off x="6427470" y="1671066"/>
            <a:ext cx="4080510" cy="1028700"/>
            <a:chOff x="6153150" y="2228850"/>
            <a:chExt cx="4080510" cy="1028700"/>
          </a:xfrm>
        </p:grpSpPr>
        <p:sp>
          <p:nvSpPr>
            <p:cNvPr id="8" name="Shape 6"/>
            <p:cNvSpPr/>
            <p:nvPr/>
          </p:nvSpPr>
          <p:spPr>
            <a:xfrm>
              <a:off x="6153150" y="2228850"/>
              <a:ext cx="4080510" cy="10287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/>
            <a:effectLst>
              <a:outerShdw blurRad="76200" dist="25400" dir="5400000" algn="bl" rotWithShape="0">
                <a:srgbClr val="1E2761">
                  <a:alpha val="10000"/>
                </a:srgbClr>
              </a:outerShdw>
            </a:effectLst>
          </p:spPr>
        </p:sp>
        <p:sp>
          <p:nvSpPr>
            <p:cNvPr id="9" name="Shape 7"/>
            <p:cNvSpPr/>
            <p:nvPr/>
          </p:nvSpPr>
          <p:spPr>
            <a:xfrm>
              <a:off x="6324600" y="2503170"/>
              <a:ext cx="480060" cy="480060"/>
            </a:xfrm>
            <a:prstGeom prst="ellipse">
              <a:avLst/>
            </a:prstGeom>
            <a:solidFill>
              <a:srgbClr val="1D2C12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6324600" y="2503170"/>
              <a:ext cx="480060" cy="4800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47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147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6941820" y="2331720"/>
              <a:ext cx="315468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>
                <a:lnSpc>
                  <a:spcPct val="120000"/>
                </a:lnSpc>
              </a:pPr>
              <a:r>
                <a:rPr lang="en-US" sz="1400" dirty="0">
                  <a:solidFill>
                    <a:srgbClr val="1D2C1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Investigate why Tables produces losses despite strong sales.</a:t>
              </a:r>
              <a:endParaRPr lang="en-US" sz="1400" dirty="0">
                <a:solidFill>
                  <a:srgbClr val="1D2C12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1418FCA-008A-B0AD-603E-26BC8C109A85}"/>
              </a:ext>
            </a:extLst>
          </p:cNvPr>
          <p:cNvGrpSpPr/>
          <p:nvPr/>
        </p:nvGrpSpPr>
        <p:grpSpPr>
          <a:xfrm>
            <a:off x="1240536" y="3171825"/>
            <a:ext cx="4080510" cy="1028700"/>
            <a:chOff x="1935480" y="3394710"/>
            <a:chExt cx="4080510" cy="1028700"/>
          </a:xfrm>
        </p:grpSpPr>
        <p:sp>
          <p:nvSpPr>
            <p:cNvPr id="12" name="Shape 10"/>
            <p:cNvSpPr/>
            <p:nvPr/>
          </p:nvSpPr>
          <p:spPr>
            <a:xfrm>
              <a:off x="1935480" y="3394710"/>
              <a:ext cx="4080510" cy="10287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/>
            <a:effectLst>
              <a:outerShdw blurRad="76200" dist="25400" dir="5400000" algn="bl" rotWithShape="0">
                <a:srgbClr val="1E2761">
                  <a:alpha val="10000"/>
                </a:srgbClr>
              </a:outerShdw>
            </a:effectLst>
          </p:spPr>
        </p:sp>
        <p:sp>
          <p:nvSpPr>
            <p:cNvPr id="13" name="Shape 11"/>
            <p:cNvSpPr/>
            <p:nvPr/>
          </p:nvSpPr>
          <p:spPr>
            <a:xfrm>
              <a:off x="2106930" y="3669030"/>
              <a:ext cx="480060" cy="480060"/>
            </a:xfrm>
            <a:prstGeom prst="ellipse">
              <a:avLst/>
            </a:prstGeom>
            <a:solidFill>
              <a:srgbClr val="1D2C12"/>
            </a:solidFill>
            <a:ln/>
          </p:spPr>
        </p:sp>
        <p:sp>
          <p:nvSpPr>
            <p:cNvPr id="14" name="Text 12"/>
            <p:cNvSpPr/>
            <p:nvPr/>
          </p:nvSpPr>
          <p:spPr>
            <a:xfrm>
              <a:off x="2106930" y="3669030"/>
              <a:ext cx="480060" cy="4800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47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147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2724150" y="3497580"/>
              <a:ext cx="315468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>
                <a:lnSpc>
                  <a:spcPct val="120000"/>
                </a:lnSpc>
              </a:pPr>
              <a:r>
                <a:rPr lang="en-US" sz="1400" dirty="0">
                  <a:solidFill>
                    <a:srgbClr val="1D2C1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Prioritise profitable sub-categories such as Accessories.</a:t>
              </a:r>
              <a:endParaRPr lang="en-US" sz="1400" dirty="0">
                <a:solidFill>
                  <a:srgbClr val="1D2C12"/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FF717EF-AB12-3A92-7DAC-E797CF0C6FDE}"/>
              </a:ext>
            </a:extLst>
          </p:cNvPr>
          <p:cNvGrpSpPr/>
          <p:nvPr/>
        </p:nvGrpSpPr>
        <p:grpSpPr>
          <a:xfrm>
            <a:off x="6427470" y="3192399"/>
            <a:ext cx="4080510" cy="1028700"/>
            <a:chOff x="6153150" y="3394710"/>
            <a:chExt cx="4080510" cy="1028700"/>
          </a:xfrm>
        </p:grpSpPr>
        <p:sp>
          <p:nvSpPr>
            <p:cNvPr id="16" name="Shape 14"/>
            <p:cNvSpPr/>
            <p:nvPr/>
          </p:nvSpPr>
          <p:spPr>
            <a:xfrm>
              <a:off x="6153150" y="3394710"/>
              <a:ext cx="4080510" cy="10287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/>
            <a:effectLst>
              <a:outerShdw blurRad="76200" dist="25400" dir="5400000" algn="bl" rotWithShape="0">
                <a:srgbClr val="1E2761">
                  <a:alpha val="10000"/>
                </a:srgbClr>
              </a:outerShdw>
            </a:effectLst>
          </p:spPr>
        </p:sp>
        <p:sp>
          <p:nvSpPr>
            <p:cNvPr id="17" name="Shape 15"/>
            <p:cNvSpPr/>
            <p:nvPr/>
          </p:nvSpPr>
          <p:spPr>
            <a:xfrm>
              <a:off x="6324600" y="3669030"/>
              <a:ext cx="480060" cy="480060"/>
            </a:xfrm>
            <a:prstGeom prst="ellipse">
              <a:avLst/>
            </a:prstGeom>
            <a:solidFill>
              <a:srgbClr val="1D2C12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6324600" y="3669030"/>
              <a:ext cx="480060" cy="4800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47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147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6941820" y="3497580"/>
              <a:ext cx="315468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>
                <a:lnSpc>
                  <a:spcPct val="120000"/>
                </a:lnSpc>
              </a:pPr>
              <a:r>
                <a:rPr lang="en-US" sz="1400" dirty="0">
                  <a:solidFill>
                    <a:srgbClr val="1D2C1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Maintain strong service for high-value customers and the Consumer segment.</a:t>
              </a:r>
              <a:endParaRPr lang="en-US" sz="1400" dirty="0">
                <a:solidFill>
                  <a:srgbClr val="1D2C12"/>
                </a:solidFill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4941469-DAC4-392F-95FE-9C20AAC7CC29}"/>
              </a:ext>
            </a:extLst>
          </p:cNvPr>
          <p:cNvGrpSpPr/>
          <p:nvPr/>
        </p:nvGrpSpPr>
        <p:grpSpPr>
          <a:xfrm>
            <a:off x="1240536" y="4672584"/>
            <a:ext cx="4080510" cy="1028700"/>
            <a:chOff x="1935480" y="4560570"/>
            <a:chExt cx="4080510" cy="1028700"/>
          </a:xfrm>
        </p:grpSpPr>
        <p:sp>
          <p:nvSpPr>
            <p:cNvPr id="20" name="Shape 18"/>
            <p:cNvSpPr/>
            <p:nvPr/>
          </p:nvSpPr>
          <p:spPr>
            <a:xfrm>
              <a:off x="1935480" y="4560570"/>
              <a:ext cx="4080510" cy="10287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/>
            <a:effectLst>
              <a:outerShdw blurRad="76200" dist="25400" dir="5400000" algn="bl" rotWithShape="0">
                <a:srgbClr val="1E2761">
                  <a:alpha val="10000"/>
                </a:srgbClr>
              </a:outerShdw>
            </a:effectLst>
          </p:spPr>
        </p:sp>
        <p:sp>
          <p:nvSpPr>
            <p:cNvPr id="21" name="Shape 19"/>
            <p:cNvSpPr/>
            <p:nvPr/>
          </p:nvSpPr>
          <p:spPr>
            <a:xfrm>
              <a:off x="2106930" y="4834890"/>
              <a:ext cx="480060" cy="480060"/>
            </a:xfrm>
            <a:prstGeom prst="ellipse">
              <a:avLst/>
            </a:prstGeom>
            <a:solidFill>
              <a:srgbClr val="1D2C12"/>
            </a:solidFill>
            <a:ln/>
          </p:spPr>
        </p:sp>
        <p:sp>
          <p:nvSpPr>
            <p:cNvPr id="22" name="Text 20"/>
            <p:cNvSpPr/>
            <p:nvPr/>
          </p:nvSpPr>
          <p:spPr>
            <a:xfrm>
              <a:off x="2106930" y="4834890"/>
              <a:ext cx="480060" cy="4800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47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</a:t>
              </a:r>
              <a:endParaRPr lang="en-US" sz="147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2724150" y="4663440"/>
              <a:ext cx="315468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>
                <a:lnSpc>
                  <a:spcPct val="120000"/>
                </a:lnSpc>
              </a:pPr>
              <a:r>
                <a:rPr lang="en-US" sz="1400" dirty="0">
                  <a:solidFill>
                    <a:srgbClr val="1D2C1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Review return reasons and reduce preventable returns.</a:t>
              </a:r>
              <a:endParaRPr lang="en-US" sz="1400" dirty="0">
                <a:solidFill>
                  <a:srgbClr val="1D2C12"/>
                </a:solidFill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732AF42-40EE-A6FE-0D21-D632DF9C47D8}"/>
              </a:ext>
            </a:extLst>
          </p:cNvPr>
          <p:cNvGrpSpPr/>
          <p:nvPr/>
        </p:nvGrpSpPr>
        <p:grpSpPr>
          <a:xfrm>
            <a:off x="6427470" y="4713732"/>
            <a:ext cx="4080510" cy="1028700"/>
            <a:chOff x="6153150" y="4560570"/>
            <a:chExt cx="4080510" cy="1028700"/>
          </a:xfrm>
        </p:grpSpPr>
        <p:sp>
          <p:nvSpPr>
            <p:cNvPr id="24" name="Shape 22"/>
            <p:cNvSpPr/>
            <p:nvPr/>
          </p:nvSpPr>
          <p:spPr>
            <a:xfrm>
              <a:off x="6153150" y="4560570"/>
              <a:ext cx="4080510" cy="10287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/>
            <a:effectLst>
              <a:outerShdw blurRad="76200" dist="25400" dir="5400000" algn="bl" rotWithShape="0">
                <a:srgbClr val="1E2761">
                  <a:alpha val="10000"/>
                </a:srgbClr>
              </a:outerShdw>
            </a:effectLst>
          </p:spPr>
        </p:sp>
        <p:sp>
          <p:nvSpPr>
            <p:cNvPr id="25" name="Shape 23"/>
            <p:cNvSpPr/>
            <p:nvPr/>
          </p:nvSpPr>
          <p:spPr>
            <a:xfrm>
              <a:off x="6324600" y="4834890"/>
              <a:ext cx="480060" cy="480060"/>
            </a:xfrm>
            <a:prstGeom prst="ellipse">
              <a:avLst/>
            </a:prstGeom>
            <a:solidFill>
              <a:srgbClr val="1D2C12"/>
            </a:solidFill>
            <a:ln/>
          </p:spPr>
        </p:sp>
        <p:sp>
          <p:nvSpPr>
            <p:cNvPr id="26" name="Text 24"/>
            <p:cNvSpPr/>
            <p:nvPr/>
          </p:nvSpPr>
          <p:spPr>
            <a:xfrm>
              <a:off x="6324600" y="4834890"/>
              <a:ext cx="480060" cy="4800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47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6</a:t>
              </a:r>
              <a:endParaRPr lang="en-US" sz="147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6941820" y="4663440"/>
              <a:ext cx="315468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>
                <a:lnSpc>
                  <a:spcPct val="120000"/>
                </a:lnSpc>
              </a:pPr>
              <a:r>
                <a:rPr lang="en-US" sz="1400" dirty="0">
                  <a:solidFill>
                    <a:srgbClr val="1D2C1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Monitor Standard Class shipping performance because it drives the largest share of sales.</a:t>
              </a:r>
              <a:endParaRPr lang="en-US" sz="1400" dirty="0">
                <a:solidFill>
                  <a:srgbClr val="1D2C12"/>
                </a:solidFill>
              </a:endParaRPr>
            </a:p>
          </p:txBody>
        </p:sp>
      </p:grpSp>
      <p:sp>
        <p:nvSpPr>
          <p:cNvPr id="28" name="Text 26"/>
          <p:cNvSpPr/>
          <p:nvPr/>
        </p:nvSpPr>
        <p:spPr>
          <a:xfrm>
            <a:off x="1240536" y="6070473"/>
            <a:ext cx="4114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D2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Performance Analysis</a:t>
            </a:r>
            <a:endParaRPr lang="en-US" sz="1200" dirty="0">
              <a:solidFill>
                <a:srgbClr val="1D2C12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10027920" y="5760720"/>
            <a:ext cx="27432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675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6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D2C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6720" y="-240030"/>
            <a:ext cx="2880360" cy="2880360"/>
          </a:xfrm>
          <a:prstGeom prst="ellipse">
            <a:avLst/>
          </a:prstGeom>
          <a:solidFill>
            <a:schemeClr val="accent6">
              <a:lumMod val="50000"/>
            </a:schemeClr>
          </a:solidFill>
          <a:ln/>
        </p:spPr>
      </p:sp>
      <p:sp>
        <p:nvSpPr>
          <p:cNvPr id="3" name="Shape 1"/>
          <p:cNvSpPr/>
          <p:nvPr/>
        </p:nvSpPr>
        <p:spPr>
          <a:xfrm>
            <a:off x="9616440" y="4286250"/>
            <a:ext cx="2468880" cy="2468880"/>
          </a:xfrm>
          <a:prstGeom prst="ellipse">
            <a:avLst/>
          </a:prstGeom>
          <a:solidFill>
            <a:schemeClr val="accent6">
              <a:lumMod val="50000"/>
            </a:schemeClr>
          </a:solidFill>
          <a:ln/>
        </p:spPr>
      </p:sp>
      <p:sp>
        <p:nvSpPr>
          <p:cNvPr id="4" name="Text 2"/>
          <p:cNvSpPr/>
          <p:nvPr/>
        </p:nvSpPr>
        <p:spPr>
          <a:xfrm>
            <a:off x="1866900" y="438912"/>
            <a:ext cx="75438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A4FE69F-D352-3DBF-5083-74267104C6DA}"/>
              </a:ext>
            </a:extLst>
          </p:cNvPr>
          <p:cNvGrpSpPr/>
          <p:nvPr/>
        </p:nvGrpSpPr>
        <p:grpSpPr>
          <a:xfrm>
            <a:off x="1866900" y="946404"/>
            <a:ext cx="8298180" cy="1097280"/>
            <a:chOff x="1935480" y="1783080"/>
            <a:chExt cx="8298180" cy="1097280"/>
          </a:xfrm>
        </p:grpSpPr>
        <p:sp>
          <p:nvSpPr>
            <p:cNvPr id="5" name="Shape 3"/>
            <p:cNvSpPr/>
            <p:nvPr/>
          </p:nvSpPr>
          <p:spPr>
            <a:xfrm>
              <a:off x="1935480" y="1783080"/>
              <a:ext cx="8298180" cy="1097280"/>
            </a:xfrm>
            <a:prstGeom prst="roundRect">
              <a:avLst>
                <a:gd name="adj" fmla="val 6250"/>
              </a:avLst>
            </a:prstGeom>
            <a:solidFill>
              <a:schemeClr val="accent6">
                <a:lumMod val="50000"/>
              </a:schemeClr>
            </a:solidFill>
            <a:ln/>
          </p:spPr>
        </p:sp>
        <p:sp>
          <p:nvSpPr>
            <p:cNvPr id="6" name="Text 4"/>
            <p:cNvSpPr/>
            <p:nvPr/>
          </p:nvSpPr>
          <p:spPr>
            <a:xfrm>
              <a:off x="2175510" y="1885950"/>
              <a:ext cx="7818120" cy="8915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>
                <a:lnSpc>
                  <a:spcPct val="130000"/>
                </a:lnSpc>
              </a:pPr>
              <a:r>
                <a:rPr lang="en-US" sz="1400" i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analysis identified sales growth patterns, profitable products, valuable customers, and operational issues. The Excel dashboard gives decision-makers a way to track these areas by region, year, category, segment, ship mode, and return status.</a:t>
              </a:r>
              <a:endParaRPr lang="en-US" sz="1400" dirty="0"/>
            </a:p>
          </p:txBody>
        </p:sp>
      </p:grpSp>
      <p:sp>
        <p:nvSpPr>
          <p:cNvPr id="7" name="Text 5"/>
          <p:cNvSpPr/>
          <p:nvPr/>
        </p:nvSpPr>
        <p:spPr>
          <a:xfrm>
            <a:off x="1935480" y="2112264"/>
            <a:ext cx="411480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PREVIEW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970433" y="151095"/>
            <a:ext cx="3114887" cy="1849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8C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Performance Analysis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27920" y="5760720"/>
            <a:ext cx="27432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675" dirty="0">
                <a:solidFill>
                  <a:srgbClr val="8C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675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A7DA6FD-DA42-4329-3650-EF8874406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9333" y="2420874"/>
            <a:ext cx="4507276" cy="203273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3786509-0BF0-6314-D80A-B996286243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93" y="2352294"/>
            <a:ext cx="5093208" cy="212654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C9B856E4-38C9-1A18-DF08-D0DBDBDA99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9333" y="4601718"/>
            <a:ext cx="4507276" cy="202311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5B43FB7-708A-604E-8A49-22F3682A0F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7883" y="4617759"/>
            <a:ext cx="5090718" cy="20070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3140</TotalTime>
  <Words>545</Words>
  <Application>Microsoft Office PowerPoint</Application>
  <PresentationFormat>Widescreen</PresentationFormat>
  <Paragraphs>163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 Narrow</vt:lpstr>
      <vt:lpstr>Arial</vt:lpstr>
      <vt:lpstr>Calibri</vt:lpstr>
      <vt:lpstr>Calibri Light</vt:lpstr>
      <vt:lpstr>Cambria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Dave Idika</cp:lastModifiedBy>
  <cp:revision>1</cp:revision>
  <dcterms:created xsi:type="dcterms:W3CDTF">2026-07-21T09:45:11Z</dcterms:created>
  <dcterms:modified xsi:type="dcterms:W3CDTF">2026-08-04T13:28:33Z</dcterms:modified>
</cp:coreProperties>
</file>